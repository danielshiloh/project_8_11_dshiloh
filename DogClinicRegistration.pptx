
<file path=[Content_Types].xml><?xml version="1.0" encoding="utf-8"?>
<Types xmlns="http://schemas.openxmlformats.org/package/2006/content-types">
  <Default Extension="jpe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0" r:id="rId1"/>
  </p:sldMasterIdLst>
  <p:sldIdLst>
    <p:sldId id="256" r:id="rId2"/>
    <p:sldId id="257" r:id="rId3"/>
    <p:sldId id="258" r:id="rId4"/>
    <p:sldId id="260" r:id="rId5"/>
    <p:sldId id="261" r:id="rId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21" autoAdjust="0"/>
    <p:restoredTop sz="94660"/>
  </p:normalViewPr>
  <p:slideViewPr>
    <p:cSldViewPr snapToGrid="0">
      <p:cViewPr varScale="1">
        <p:scale>
          <a:sx n="105" d="100"/>
          <a:sy n="105" d="100"/>
        </p:scale>
        <p:origin x="82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diagrams/_rels/data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image" Target="../media/image1.svg"/></Relationships>
</file>

<file path=ppt/diagrams/_rels/data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image" Target="../media/image3.svg"/></Relationships>
</file>

<file path=ppt/diagrams/_rels/data3.xml.rels><?xml version="1.0" encoding="UTF-8" standalone="yes"?>
<Relationships xmlns="http://schemas.openxmlformats.org/package/2006/relationships"><Relationship Id="rId1" Type="http://schemas.openxmlformats.org/officeDocument/2006/relationships/image" Target="../media/image4.svg"/></Relationships>
</file>

<file path=ppt/diagrams/_rels/data4.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image" Target="../media/image1.svg"/></Relationships>
</file>

<file path=ppt/diagrams/_rels/drawing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image" Target="../media/image1.svg"/></Relationships>
</file>

<file path=ppt/diagrams/_rels/drawing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image" Target="../media/image3.svg"/></Relationships>
</file>

<file path=ppt/diagrams/_rels/drawing3.xml.rels><?xml version="1.0" encoding="UTF-8" standalone="yes"?>
<Relationships xmlns="http://schemas.openxmlformats.org/package/2006/relationships"><Relationship Id="rId1" Type="http://schemas.openxmlformats.org/officeDocument/2006/relationships/image" Target="../media/image4.svg"/></Relationships>
</file>

<file path=ppt/diagrams/_rels/drawing4.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image" Target="../media/image1.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B4DC2A0-472B-434E-A724-832F204D629F}"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C3D9186A-1706-4E36-9383-B439C5302D27}">
      <dgm:prSet/>
      <dgm:spPr/>
      <dgm:t>
        <a:bodyPr/>
        <a:lstStyle/>
        <a:p>
          <a:pPr>
            <a:lnSpc>
              <a:spcPct val="100000"/>
            </a:lnSpc>
          </a:pPr>
          <a:r>
            <a:rPr lang="en-US"/>
            <a:t>Planning</a:t>
          </a:r>
        </a:p>
      </dgm:t>
    </dgm:pt>
    <dgm:pt modelId="{F29D44EB-C935-4DC7-89C9-8FE163630A06}" type="parTrans" cxnId="{543ED948-93A9-4FC2-9581-A0C653C055AD}">
      <dgm:prSet/>
      <dgm:spPr/>
      <dgm:t>
        <a:bodyPr/>
        <a:lstStyle/>
        <a:p>
          <a:endParaRPr lang="en-US"/>
        </a:p>
      </dgm:t>
    </dgm:pt>
    <dgm:pt modelId="{58FEA189-ADBD-4ACE-8BD7-17C00D6461BF}" type="sibTrans" cxnId="{543ED948-93A9-4FC2-9581-A0C653C055AD}">
      <dgm:prSet/>
      <dgm:spPr/>
      <dgm:t>
        <a:bodyPr/>
        <a:lstStyle/>
        <a:p>
          <a:endParaRPr lang="en-US"/>
        </a:p>
      </dgm:t>
    </dgm:pt>
    <dgm:pt modelId="{2A7C9833-0BFC-4D42-8A57-EFB78956BC0D}">
      <dgm:prSet/>
      <dgm:spPr/>
      <dgm:t>
        <a:bodyPr/>
        <a:lstStyle/>
        <a:p>
          <a:pPr>
            <a:lnSpc>
              <a:spcPct val="100000"/>
            </a:lnSpc>
          </a:pPr>
          <a:r>
            <a:rPr lang="en-US"/>
            <a:t>Mapped out workflow in advance</a:t>
          </a:r>
        </a:p>
      </dgm:t>
    </dgm:pt>
    <dgm:pt modelId="{5A4924F2-124A-4800-83DB-8E7876EFBA06}" type="parTrans" cxnId="{B61CD108-17DD-4E71-ABE5-F38F22DA05F7}">
      <dgm:prSet/>
      <dgm:spPr/>
      <dgm:t>
        <a:bodyPr/>
        <a:lstStyle/>
        <a:p>
          <a:endParaRPr lang="en-US"/>
        </a:p>
      </dgm:t>
    </dgm:pt>
    <dgm:pt modelId="{3723468E-2D37-4EB6-8D62-52EE8C287520}" type="sibTrans" cxnId="{B61CD108-17DD-4E71-ABE5-F38F22DA05F7}">
      <dgm:prSet/>
      <dgm:spPr/>
      <dgm:t>
        <a:bodyPr/>
        <a:lstStyle/>
        <a:p>
          <a:endParaRPr lang="en-US"/>
        </a:p>
      </dgm:t>
    </dgm:pt>
    <dgm:pt modelId="{794E5559-C365-48EA-8915-C3BD76ECA268}">
      <dgm:prSet/>
      <dgm:spPr/>
      <dgm:t>
        <a:bodyPr/>
        <a:lstStyle/>
        <a:p>
          <a:pPr>
            <a:lnSpc>
              <a:spcPct val="100000"/>
            </a:lnSpc>
          </a:pPr>
          <a:r>
            <a:rPr lang="en-US"/>
            <a:t>Course resource use</a:t>
          </a:r>
        </a:p>
      </dgm:t>
    </dgm:pt>
    <dgm:pt modelId="{00441C7C-763E-4903-96BC-BD634EC38FD8}" type="parTrans" cxnId="{C644DD0D-0AD0-4FC5-9CE2-5AF49D4DD9D1}">
      <dgm:prSet/>
      <dgm:spPr/>
      <dgm:t>
        <a:bodyPr/>
        <a:lstStyle/>
        <a:p>
          <a:endParaRPr lang="en-US"/>
        </a:p>
      </dgm:t>
    </dgm:pt>
    <dgm:pt modelId="{97F661F9-8662-4CD8-A4A5-A9A612690A82}" type="sibTrans" cxnId="{C644DD0D-0AD0-4FC5-9CE2-5AF49D4DD9D1}">
      <dgm:prSet/>
      <dgm:spPr/>
      <dgm:t>
        <a:bodyPr/>
        <a:lstStyle/>
        <a:p>
          <a:endParaRPr lang="en-US"/>
        </a:p>
      </dgm:t>
    </dgm:pt>
    <dgm:pt modelId="{E5342EE8-6750-43CF-B708-608B64CA00A0}">
      <dgm:prSet/>
      <dgm:spPr/>
      <dgm:t>
        <a:bodyPr/>
        <a:lstStyle/>
        <a:p>
          <a:pPr>
            <a:lnSpc>
              <a:spcPct val="100000"/>
            </a:lnSpc>
          </a:pPr>
          <a:r>
            <a:rPr lang="en-US"/>
            <a:t>Relied on extra documentation and resources to understand slightly-different-than-in-class implementation</a:t>
          </a:r>
        </a:p>
      </dgm:t>
    </dgm:pt>
    <dgm:pt modelId="{63B7440C-26FF-4681-9EA6-8494FD825781}" type="parTrans" cxnId="{CDC58E7D-C301-4975-B75F-C58DDEFA1CD0}">
      <dgm:prSet/>
      <dgm:spPr/>
      <dgm:t>
        <a:bodyPr/>
        <a:lstStyle/>
        <a:p>
          <a:endParaRPr lang="en-US"/>
        </a:p>
      </dgm:t>
    </dgm:pt>
    <dgm:pt modelId="{4E39E652-FB40-4647-A289-866A8F8D6650}" type="sibTrans" cxnId="{CDC58E7D-C301-4975-B75F-C58DDEFA1CD0}">
      <dgm:prSet/>
      <dgm:spPr/>
      <dgm:t>
        <a:bodyPr/>
        <a:lstStyle/>
        <a:p>
          <a:endParaRPr lang="en-US"/>
        </a:p>
      </dgm:t>
    </dgm:pt>
    <dgm:pt modelId="{AF1ECFBB-7A86-4C47-B65F-67F49D559492}" type="pres">
      <dgm:prSet presAssocID="{FB4DC2A0-472B-434E-A724-832F204D629F}" presName="root" presStyleCnt="0">
        <dgm:presLayoutVars>
          <dgm:dir/>
          <dgm:resizeHandles val="exact"/>
        </dgm:presLayoutVars>
      </dgm:prSet>
      <dgm:spPr/>
    </dgm:pt>
    <dgm:pt modelId="{111ED3E8-B434-4AF0-A191-FE8CFE9B068C}" type="pres">
      <dgm:prSet presAssocID="{C3D9186A-1706-4E36-9383-B439C5302D27}" presName="compNode" presStyleCnt="0"/>
      <dgm:spPr/>
    </dgm:pt>
    <dgm:pt modelId="{DE9BD2ED-5A29-4E5B-953A-E4836BF1B840}" type="pres">
      <dgm:prSet presAssocID="{C3D9186A-1706-4E36-9383-B439C5302D27}" presName="bgRect" presStyleLbl="bgShp" presStyleIdx="0" presStyleCnt="2"/>
      <dgm:spPr/>
    </dgm:pt>
    <dgm:pt modelId="{392E3510-487E-474F-BFEF-CAC15C25E1E2}" type="pres">
      <dgm:prSet presAssocID="{C3D9186A-1706-4E36-9383-B439C5302D27}" presName="iconRect" presStyleLbl="node1" presStyleIdx="0"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Checkmark"/>
        </a:ext>
      </dgm:extLst>
    </dgm:pt>
    <dgm:pt modelId="{87FEC2B6-3C95-4B90-90FE-0FED789CAF81}" type="pres">
      <dgm:prSet presAssocID="{C3D9186A-1706-4E36-9383-B439C5302D27}" presName="spaceRect" presStyleCnt="0"/>
      <dgm:spPr/>
    </dgm:pt>
    <dgm:pt modelId="{5AAFED5B-9ED1-40AD-816B-A405AA8E956E}" type="pres">
      <dgm:prSet presAssocID="{C3D9186A-1706-4E36-9383-B439C5302D27}" presName="parTx" presStyleLbl="revTx" presStyleIdx="0" presStyleCnt="4">
        <dgm:presLayoutVars>
          <dgm:chMax val="0"/>
          <dgm:chPref val="0"/>
        </dgm:presLayoutVars>
      </dgm:prSet>
      <dgm:spPr/>
    </dgm:pt>
    <dgm:pt modelId="{B46552BD-8B2E-49DA-AFAE-ECF3A6D100B0}" type="pres">
      <dgm:prSet presAssocID="{C3D9186A-1706-4E36-9383-B439C5302D27}" presName="desTx" presStyleLbl="revTx" presStyleIdx="1" presStyleCnt="4">
        <dgm:presLayoutVars/>
      </dgm:prSet>
      <dgm:spPr/>
    </dgm:pt>
    <dgm:pt modelId="{F89B316B-4342-43BC-9E17-D12AD915D0F1}" type="pres">
      <dgm:prSet presAssocID="{58FEA189-ADBD-4ACE-8BD7-17C00D6461BF}" presName="sibTrans" presStyleCnt="0"/>
      <dgm:spPr/>
    </dgm:pt>
    <dgm:pt modelId="{D815FD1B-D0DA-44D9-90CC-33608B0A121F}" type="pres">
      <dgm:prSet presAssocID="{794E5559-C365-48EA-8915-C3BD76ECA268}" presName="compNode" presStyleCnt="0"/>
      <dgm:spPr/>
    </dgm:pt>
    <dgm:pt modelId="{3BFB440F-093D-451F-BC50-4B700AF71F6C}" type="pres">
      <dgm:prSet presAssocID="{794E5559-C365-48EA-8915-C3BD76ECA268}" presName="bgRect" presStyleLbl="bgShp" presStyleIdx="1" presStyleCnt="2"/>
      <dgm:spPr/>
    </dgm:pt>
    <dgm:pt modelId="{32E0E832-7ADC-4613-928D-77C07CA67453}" type="pres">
      <dgm:prSet presAssocID="{794E5559-C365-48EA-8915-C3BD76ECA268}" presName="iconRect" presStyleLbl="node1" presStyleIdx="1"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Diploma Roll"/>
        </a:ext>
      </dgm:extLst>
    </dgm:pt>
    <dgm:pt modelId="{20436A41-E774-4016-9432-55D7BA9BBD75}" type="pres">
      <dgm:prSet presAssocID="{794E5559-C365-48EA-8915-C3BD76ECA268}" presName="spaceRect" presStyleCnt="0"/>
      <dgm:spPr/>
    </dgm:pt>
    <dgm:pt modelId="{26F4598B-87B7-4D40-880F-AB9F57E26796}" type="pres">
      <dgm:prSet presAssocID="{794E5559-C365-48EA-8915-C3BD76ECA268}" presName="parTx" presStyleLbl="revTx" presStyleIdx="2" presStyleCnt="4">
        <dgm:presLayoutVars>
          <dgm:chMax val="0"/>
          <dgm:chPref val="0"/>
        </dgm:presLayoutVars>
      </dgm:prSet>
      <dgm:spPr/>
    </dgm:pt>
    <dgm:pt modelId="{F6FECCCC-5750-4B2F-9C28-2C28BBE1A35B}" type="pres">
      <dgm:prSet presAssocID="{794E5559-C365-48EA-8915-C3BD76ECA268}" presName="desTx" presStyleLbl="revTx" presStyleIdx="3" presStyleCnt="4">
        <dgm:presLayoutVars/>
      </dgm:prSet>
      <dgm:spPr/>
    </dgm:pt>
  </dgm:ptLst>
  <dgm:cxnLst>
    <dgm:cxn modelId="{B61CD108-17DD-4E71-ABE5-F38F22DA05F7}" srcId="{C3D9186A-1706-4E36-9383-B439C5302D27}" destId="{2A7C9833-0BFC-4D42-8A57-EFB78956BC0D}" srcOrd="0" destOrd="0" parTransId="{5A4924F2-124A-4800-83DB-8E7876EFBA06}" sibTransId="{3723468E-2D37-4EB6-8D62-52EE8C287520}"/>
    <dgm:cxn modelId="{C644DD0D-0AD0-4FC5-9CE2-5AF49D4DD9D1}" srcId="{FB4DC2A0-472B-434E-A724-832F204D629F}" destId="{794E5559-C365-48EA-8915-C3BD76ECA268}" srcOrd="1" destOrd="0" parTransId="{00441C7C-763E-4903-96BC-BD634EC38FD8}" sibTransId="{97F661F9-8662-4CD8-A4A5-A9A612690A82}"/>
    <dgm:cxn modelId="{543ED948-93A9-4FC2-9581-A0C653C055AD}" srcId="{FB4DC2A0-472B-434E-A724-832F204D629F}" destId="{C3D9186A-1706-4E36-9383-B439C5302D27}" srcOrd="0" destOrd="0" parTransId="{F29D44EB-C935-4DC7-89C9-8FE163630A06}" sibTransId="{58FEA189-ADBD-4ACE-8BD7-17C00D6461BF}"/>
    <dgm:cxn modelId="{1A54026E-7005-45C4-A316-0E88930B05E5}" type="presOf" srcId="{794E5559-C365-48EA-8915-C3BD76ECA268}" destId="{26F4598B-87B7-4D40-880F-AB9F57E26796}" srcOrd="0" destOrd="0" presId="urn:microsoft.com/office/officeart/2018/2/layout/IconVerticalSolidList"/>
    <dgm:cxn modelId="{2FAC3559-7E4D-47D6-8BF4-789B140B1D3E}" type="presOf" srcId="{2A7C9833-0BFC-4D42-8A57-EFB78956BC0D}" destId="{B46552BD-8B2E-49DA-AFAE-ECF3A6D100B0}" srcOrd="0" destOrd="0" presId="urn:microsoft.com/office/officeart/2018/2/layout/IconVerticalSolidList"/>
    <dgm:cxn modelId="{CDC58E7D-C301-4975-B75F-C58DDEFA1CD0}" srcId="{794E5559-C365-48EA-8915-C3BD76ECA268}" destId="{E5342EE8-6750-43CF-B708-608B64CA00A0}" srcOrd="0" destOrd="0" parTransId="{63B7440C-26FF-4681-9EA6-8494FD825781}" sibTransId="{4E39E652-FB40-4647-A289-866A8F8D6650}"/>
    <dgm:cxn modelId="{FC9DB4B5-EEF8-4522-B25D-998A06E6D92E}" type="presOf" srcId="{E5342EE8-6750-43CF-B708-608B64CA00A0}" destId="{F6FECCCC-5750-4B2F-9C28-2C28BBE1A35B}" srcOrd="0" destOrd="0" presId="urn:microsoft.com/office/officeart/2018/2/layout/IconVerticalSolidList"/>
    <dgm:cxn modelId="{38FB94C5-F69E-4DC5-8EC8-5029B1B499E7}" type="presOf" srcId="{FB4DC2A0-472B-434E-A724-832F204D629F}" destId="{AF1ECFBB-7A86-4C47-B65F-67F49D559492}" srcOrd="0" destOrd="0" presId="urn:microsoft.com/office/officeart/2018/2/layout/IconVerticalSolidList"/>
    <dgm:cxn modelId="{8C43A8F3-49CC-4974-AFB3-BB2BE9A714AF}" type="presOf" srcId="{C3D9186A-1706-4E36-9383-B439C5302D27}" destId="{5AAFED5B-9ED1-40AD-816B-A405AA8E956E}" srcOrd="0" destOrd="0" presId="urn:microsoft.com/office/officeart/2018/2/layout/IconVerticalSolidList"/>
    <dgm:cxn modelId="{660E591E-4CE0-49E3-AA50-CA4FD7B06853}" type="presParOf" srcId="{AF1ECFBB-7A86-4C47-B65F-67F49D559492}" destId="{111ED3E8-B434-4AF0-A191-FE8CFE9B068C}" srcOrd="0" destOrd="0" presId="urn:microsoft.com/office/officeart/2018/2/layout/IconVerticalSolidList"/>
    <dgm:cxn modelId="{1932623F-316C-4FF2-844A-AE8195E44EC3}" type="presParOf" srcId="{111ED3E8-B434-4AF0-A191-FE8CFE9B068C}" destId="{DE9BD2ED-5A29-4E5B-953A-E4836BF1B840}" srcOrd="0" destOrd="0" presId="urn:microsoft.com/office/officeart/2018/2/layout/IconVerticalSolidList"/>
    <dgm:cxn modelId="{6B6A682C-7264-444D-AE99-B913D4E4AD93}" type="presParOf" srcId="{111ED3E8-B434-4AF0-A191-FE8CFE9B068C}" destId="{392E3510-487E-474F-BFEF-CAC15C25E1E2}" srcOrd="1" destOrd="0" presId="urn:microsoft.com/office/officeart/2018/2/layout/IconVerticalSolidList"/>
    <dgm:cxn modelId="{062850A1-C212-4C50-8E65-96D281C61C27}" type="presParOf" srcId="{111ED3E8-B434-4AF0-A191-FE8CFE9B068C}" destId="{87FEC2B6-3C95-4B90-90FE-0FED789CAF81}" srcOrd="2" destOrd="0" presId="urn:microsoft.com/office/officeart/2018/2/layout/IconVerticalSolidList"/>
    <dgm:cxn modelId="{744196ED-8196-4F11-814B-9EEB9C2F477D}" type="presParOf" srcId="{111ED3E8-B434-4AF0-A191-FE8CFE9B068C}" destId="{5AAFED5B-9ED1-40AD-816B-A405AA8E956E}" srcOrd="3" destOrd="0" presId="urn:microsoft.com/office/officeart/2018/2/layout/IconVerticalSolidList"/>
    <dgm:cxn modelId="{106CA53A-F6A4-46C3-A2E1-9EAB87D69D82}" type="presParOf" srcId="{111ED3E8-B434-4AF0-A191-FE8CFE9B068C}" destId="{B46552BD-8B2E-49DA-AFAE-ECF3A6D100B0}" srcOrd="4" destOrd="0" presId="urn:microsoft.com/office/officeart/2018/2/layout/IconVerticalSolidList"/>
    <dgm:cxn modelId="{B74947D8-73DA-4B6E-A38C-38566CA6C465}" type="presParOf" srcId="{AF1ECFBB-7A86-4C47-B65F-67F49D559492}" destId="{F89B316B-4342-43BC-9E17-D12AD915D0F1}" srcOrd="1" destOrd="0" presId="urn:microsoft.com/office/officeart/2018/2/layout/IconVerticalSolidList"/>
    <dgm:cxn modelId="{3BA12530-6A90-41F5-A947-031169558148}" type="presParOf" srcId="{AF1ECFBB-7A86-4C47-B65F-67F49D559492}" destId="{D815FD1B-D0DA-44D9-90CC-33608B0A121F}" srcOrd="2" destOrd="0" presId="urn:microsoft.com/office/officeart/2018/2/layout/IconVerticalSolidList"/>
    <dgm:cxn modelId="{63D20684-4CF8-4CD2-BB3F-91A5259E7E73}" type="presParOf" srcId="{D815FD1B-D0DA-44D9-90CC-33608B0A121F}" destId="{3BFB440F-093D-451F-BC50-4B700AF71F6C}" srcOrd="0" destOrd="0" presId="urn:microsoft.com/office/officeart/2018/2/layout/IconVerticalSolidList"/>
    <dgm:cxn modelId="{30912FDE-8B16-4D86-A4A3-A4C779058F05}" type="presParOf" srcId="{D815FD1B-D0DA-44D9-90CC-33608B0A121F}" destId="{32E0E832-7ADC-4613-928D-77C07CA67453}" srcOrd="1" destOrd="0" presId="urn:microsoft.com/office/officeart/2018/2/layout/IconVerticalSolidList"/>
    <dgm:cxn modelId="{E2BF1B07-8C8D-45AF-8E43-12BED3FB04C6}" type="presParOf" srcId="{D815FD1B-D0DA-44D9-90CC-33608B0A121F}" destId="{20436A41-E774-4016-9432-55D7BA9BBD75}" srcOrd="2" destOrd="0" presId="urn:microsoft.com/office/officeart/2018/2/layout/IconVerticalSolidList"/>
    <dgm:cxn modelId="{9B71B3DC-1E01-4413-839D-6F71532CC86F}" type="presParOf" srcId="{D815FD1B-D0DA-44D9-90CC-33608B0A121F}" destId="{26F4598B-87B7-4D40-880F-AB9F57E26796}" srcOrd="3" destOrd="0" presId="urn:microsoft.com/office/officeart/2018/2/layout/IconVerticalSolidList"/>
    <dgm:cxn modelId="{B1C6AC0D-1675-4D61-943B-34E27E595632}" type="presParOf" srcId="{D815FD1B-D0DA-44D9-90CC-33608B0A121F}" destId="{F6FECCCC-5750-4B2F-9C28-2C28BBE1A35B}" srcOrd="4"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DD9F822-E32D-4562-9821-E22750E95CE8}"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E5259FCA-6851-49E7-8C5C-7122EC102B0C}">
      <dgm:prSet/>
      <dgm:spPr/>
      <dgm:t>
        <a:bodyPr/>
        <a:lstStyle/>
        <a:p>
          <a:pPr>
            <a:lnSpc>
              <a:spcPct val="100000"/>
            </a:lnSpc>
          </a:pPr>
          <a:r>
            <a:rPr lang="en-US"/>
            <a:t>JSON use</a:t>
          </a:r>
        </a:p>
      </dgm:t>
    </dgm:pt>
    <dgm:pt modelId="{221C5211-F407-40C4-B333-5053E3C06996}" type="parTrans" cxnId="{9B1F8627-BCBB-493D-86F7-D9EE7E9947A6}">
      <dgm:prSet/>
      <dgm:spPr/>
      <dgm:t>
        <a:bodyPr/>
        <a:lstStyle/>
        <a:p>
          <a:endParaRPr lang="en-US"/>
        </a:p>
      </dgm:t>
    </dgm:pt>
    <dgm:pt modelId="{E8DC4B12-083D-4F3C-852F-D89003FFBC96}" type="sibTrans" cxnId="{9B1F8627-BCBB-493D-86F7-D9EE7E9947A6}">
      <dgm:prSet/>
      <dgm:spPr/>
      <dgm:t>
        <a:bodyPr/>
        <a:lstStyle/>
        <a:p>
          <a:endParaRPr lang="en-US"/>
        </a:p>
      </dgm:t>
    </dgm:pt>
    <dgm:pt modelId="{90D28C13-7CFC-45E7-89A8-CFC82F8D7549}">
      <dgm:prSet/>
      <dgm:spPr/>
      <dgm:t>
        <a:bodyPr/>
        <a:lstStyle/>
        <a:p>
          <a:pPr>
            <a:lnSpc>
              <a:spcPct val="100000"/>
            </a:lnSpc>
          </a:pPr>
          <a:r>
            <a:rPr lang="en-US"/>
            <a:t>Struggled initially with translating between dictionaries and JSON</a:t>
          </a:r>
        </a:p>
      </dgm:t>
    </dgm:pt>
    <dgm:pt modelId="{908F2D98-8170-4650-9D8F-656087BF87F2}" type="parTrans" cxnId="{7B3DF626-1B4C-4104-9AD5-5F65875EE0BA}">
      <dgm:prSet/>
      <dgm:spPr/>
      <dgm:t>
        <a:bodyPr/>
        <a:lstStyle/>
        <a:p>
          <a:endParaRPr lang="en-US"/>
        </a:p>
      </dgm:t>
    </dgm:pt>
    <dgm:pt modelId="{483ACC98-E3B0-42B7-B222-F20A46DB0072}" type="sibTrans" cxnId="{7B3DF626-1B4C-4104-9AD5-5F65875EE0BA}">
      <dgm:prSet/>
      <dgm:spPr/>
      <dgm:t>
        <a:bodyPr/>
        <a:lstStyle/>
        <a:p>
          <a:endParaRPr lang="en-US"/>
        </a:p>
      </dgm:t>
    </dgm:pt>
    <dgm:pt modelId="{26CDA0D7-E058-46FC-9959-209ECEA13315}">
      <dgm:prSet/>
      <dgm:spPr/>
      <dgm:t>
        <a:bodyPr/>
        <a:lstStyle/>
        <a:p>
          <a:pPr>
            <a:lnSpc>
              <a:spcPct val="100000"/>
            </a:lnSpc>
          </a:pPr>
          <a:r>
            <a:rPr lang="en-US"/>
            <a:t>VS Code configuration</a:t>
          </a:r>
        </a:p>
      </dgm:t>
    </dgm:pt>
    <dgm:pt modelId="{91DA8847-1BF6-4381-883F-6045AEDA45C6}" type="parTrans" cxnId="{84047DF2-E333-43F4-A20F-289FE1F8AC2F}">
      <dgm:prSet/>
      <dgm:spPr/>
      <dgm:t>
        <a:bodyPr/>
        <a:lstStyle/>
        <a:p>
          <a:endParaRPr lang="en-US"/>
        </a:p>
      </dgm:t>
    </dgm:pt>
    <dgm:pt modelId="{A04DE8BE-E30D-4024-8F1F-98D2FA23A07E}" type="sibTrans" cxnId="{84047DF2-E333-43F4-A20F-289FE1F8AC2F}">
      <dgm:prSet/>
      <dgm:spPr/>
      <dgm:t>
        <a:bodyPr/>
        <a:lstStyle/>
        <a:p>
          <a:endParaRPr lang="en-US"/>
        </a:p>
      </dgm:t>
    </dgm:pt>
    <dgm:pt modelId="{27C65BD7-6A73-4288-A549-C66E34E74BEF}">
      <dgm:prSet/>
      <dgm:spPr/>
      <dgm:t>
        <a:bodyPr/>
        <a:lstStyle/>
        <a:p>
          <a:pPr>
            <a:lnSpc>
              <a:spcPct val="100000"/>
            </a:lnSpc>
          </a:pPr>
          <a:r>
            <a:rPr lang="en-US"/>
            <a:t>Pytest wouldn’t run in VS Code, needed an older implementation of python</a:t>
          </a:r>
        </a:p>
      </dgm:t>
    </dgm:pt>
    <dgm:pt modelId="{E9DDFD49-A401-40EB-8024-5656CCCAC7B4}" type="parTrans" cxnId="{4105CB7E-AAE9-441B-8A94-FA6300CBF44A}">
      <dgm:prSet/>
      <dgm:spPr/>
      <dgm:t>
        <a:bodyPr/>
        <a:lstStyle/>
        <a:p>
          <a:endParaRPr lang="en-US"/>
        </a:p>
      </dgm:t>
    </dgm:pt>
    <dgm:pt modelId="{832034F8-648E-40B8-8849-814A10952528}" type="sibTrans" cxnId="{4105CB7E-AAE9-441B-8A94-FA6300CBF44A}">
      <dgm:prSet/>
      <dgm:spPr/>
      <dgm:t>
        <a:bodyPr/>
        <a:lstStyle/>
        <a:p>
          <a:endParaRPr lang="en-US"/>
        </a:p>
      </dgm:t>
    </dgm:pt>
    <dgm:pt modelId="{CD8D3A81-F374-40BC-8B37-27872246460E}" type="pres">
      <dgm:prSet presAssocID="{2DD9F822-E32D-4562-9821-E22750E95CE8}" presName="root" presStyleCnt="0">
        <dgm:presLayoutVars>
          <dgm:dir/>
          <dgm:resizeHandles val="exact"/>
        </dgm:presLayoutVars>
      </dgm:prSet>
      <dgm:spPr/>
    </dgm:pt>
    <dgm:pt modelId="{E85454F4-8165-4B19-AC88-1427E9F7169E}" type="pres">
      <dgm:prSet presAssocID="{E5259FCA-6851-49E7-8C5C-7122EC102B0C}" presName="compNode" presStyleCnt="0"/>
      <dgm:spPr/>
    </dgm:pt>
    <dgm:pt modelId="{8ABFD64B-8065-4198-B701-27BDADEA8F49}" type="pres">
      <dgm:prSet presAssocID="{E5259FCA-6851-49E7-8C5C-7122EC102B0C}" presName="bgRect" presStyleLbl="bgShp" presStyleIdx="0" presStyleCnt="2"/>
      <dgm:spPr/>
    </dgm:pt>
    <dgm:pt modelId="{40F0FD5A-D070-4B4C-A48B-46B82AF4669A}" type="pres">
      <dgm:prSet presAssocID="{E5259FCA-6851-49E7-8C5C-7122EC102B0C}" presName="iconRect" presStyleLbl="node1" presStyleIdx="0"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Document"/>
        </a:ext>
      </dgm:extLst>
    </dgm:pt>
    <dgm:pt modelId="{46535912-7D77-4EC1-9339-2A7573C0FA43}" type="pres">
      <dgm:prSet presAssocID="{E5259FCA-6851-49E7-8C5C-7122EC102B0C}" presName="spaceRect" presStyleCnt="0"/>
      <dgm:spPr/>
    </dgm:pt>
    <dgm:pt modelId="{85E6119B-851A-4C9D-9942-DCC4ED07A265}" type="pres">
      <dgm:prSet presAssocID="{E5259FCA-6851-49E7-8C5C-7122EC102B0C}" presName="parTx" presStyleLbl="revTx" presStyleIdx="0" presStyleCnt="4">
        <dgm:presLayoutVars>
          <dgm:chMax val="0"/>
          <dgm:chPref val="0"/>
        </dgm:presLayoutVars>
      </dgm:prSet>
      <dgm:spPr/>
    </dgm:pt>
    <dgm:pt modelId="{A5096964-D2D5-4A75-9806-F24FF2D36E18}" type="pres">
      <dgm:prSet presAssocID="{E5259FCA-6851-49E7-8C5C-7122EC102B0C}" presName="desTx" presStyleLbl="revTx" presStyleIdx="1" presStyleCnt="4">
        <dgm:presLayoutVars/>
      </dgm:prSet>
      <dgm:spPr/>
    </dgm:pt>
    <dgm:pt modelId="{80E0F8FB-1F89-4419-B217-33EB6234A218}" type="pres">
      <dgm:prSet presAssocID="{E8DC4B12-083D-4F3C-852F-D89003FFBC96}" presName="sibTrans" presStyleCnt="0"/>
      <dgm:spPr/>
    </dgm:pt>
    <dgm:pt modelId="{4047EE43-100A-4908-9F04-B970E1999B21}" type="pres">
      <dgm:prSet presAssocID="{26CDA0D7-E058-46FC-9959-209ECEA13315}" presName="compNode" presStyleCnt="0"/>
      <dgm:spPr/>
    </dgm:pt>
    <dgm:pt modelId="{07D726CB-13D8-491C-BC68-C8695BE5022C}" type="pres">
      <dgm:prSet presAssocID="{26CDA0D7-E058-46FC-9959-209ECEA13315}" presName="bgRect" presStyleLbl="bgShp" presStyleIdx="1" presStyleCnt="2"/>
      <dgm:spPr/>
    </dgm:pt>
    <dgm:pt modelId="{D8AD2C97-3B52-4560-A48A-C7D11BFB81B4}" type="pres">
      <dgm:prSet presAssocID="{26CDA0D7-E058-46FC-9959-209ECEA13315}" presName="iconRect" presStyleLbl="node1" presStyleIdx="1"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Checkmark"/>
        </a:ext>
      </dgm:extLst>
    </dgm:pt>
    <dgm:pt modelId="{99438767-4408-4FD9-8900-E2A3F958320A}" type="pres">
      <dgm:prSet presAssocID="{26CDA0D7-E058-46FC-9959-209ECEA13315}" presName="spaceRect" presStyleCnt="0"/>
      <dgm:spPr/>
    </dgm:pt>
    <dgm:pt modelId="{ACF8D4F8-AC50-4D19-8B05-4612644BF80D}" type="pres">
      <dgm:prSet presAssocID="{26CDA0D7-E058-46FC-9959-209ECEA13315}" presName="parTx" presStyleLbl="revTx" presStyleIdx="2" presStyleCnt="4">
        <dgm:presLayoutVars>
          <dgm:chMax val="0"/>
          <dgm:chPref val="0"/>
        </dgm:presLayoutVars>
      </dgm:prSet>
      <dgm:spPr/>
    </dgm:pt>
    <dgm:pt modelId="{C0253C8B-C92D-4C2D-9BD4-A8EB9BBA0857}" type="pres">
      <dgm:prSet presAssocID="{26CDA0D7-E058-46FC-9959-209ECEA13315}" presName="desTx" presStyleLbl="revTx" presStyleIdx="3" presStyleCnt="4">
        <dgm:presLayoutVars/>
      </dgm:prSet>
      <dgm:spPr/>
    </dgm:pt>
  </dgm:ptLst>
  <dgm:cxnLst>
    <dgm:cxn modelId="{DAC98A0E-61B2-42C8-AD34-1D46D309A84D}" type="presOf" srcId="{E5259FCA-6851-49E7-8C5C-7122EC102B0C}" destId="{85E6119B-851A-4C9D-9942-DCC4ED07A265}" srcOrd="0" destOrd="0" presId="urn:microsoft.com/office/officeart/2018/2/layout/IconVerticalSolidList"/>
    <dgm:cxn modelId="{94BA5A25-9C57-4440-B149-2B95DD1EE38C}" type="presOf" srcId="{27C65BD7-6A73-4288-A549-C66E34E74BEF}" destId="{C0253C8B-C92D-4C2D-9BD4-A8EB9BBA0857}" srcOrd="0" destOrd="0" presId="urn:microsoft.com/office/officeart/2018/2/layout/IconVerticalSolidList"/>
    <dgm:cxn modelId="{7B3DF626-1B4C-4104-9AD5-5F65875EE0BA}" srcId="{E5259FCA-6851-49E7-8C5C-7122EC102B0C}" destId="{90D28C13-7CFC-45E7-89A8-CFC82F8D7549}" srcOrd="0" destOrd="0" parTransId="{908F2D98-8170-4650-9D8F-656087BF87F2}" sibTransId="{483ACC98-E3B0-42B7-B222-F20A46DB0072}"/>
    <dgm:cxn modelId="{9B1F8627-BCBB-493D-86F7-D9EE7E9947A6}" srcId="{2DD9F822-E32D-4562-9821-E22750E95CE8}" destId="{E5259FCA-6851-49E7-8C5C-7122EC102B0C}" srcOrd="0" destOrd="0" parTransId="{221C5211-F407-40C4-B333-5053E3C06996}" sibTransId="{E8DC4B12-083D-4F3C-852F-D89003FFBC96}"/>
    <dgm:cxn modelId="{A1ACED36-C78A-4783-A1B3-FE1BEF603A51}" type="presOf" srcId="{2DD9F822-E32D-4562-9821-E22750E95CE8}" destId="{CD8D3A81-F374-40BC-8B37-27872246460E}" srcOrd="0" destOrd="0" presId="urn:microsoft.com/office/officeart/2018/2/layout/IconVerticalSolidList"/>
    <dgm:cxn modelId="{19114D74-B973-4198-ABFC-7067B5EAD600}" type="presOf" srcId="{90D28C13-7CFC-45E7-89A8-CFC82F8D7549}" destId="{A5096964-D2D5-4A75-9806-F24FF2D36E18}" srcOrd="0" destOrd="0" presId="urn:microsoft.com/office/officeart/2018/2/layout/IconVerticalSolidList"/>
    <dgm:cxn modelId="{34158D7E-B77C-47A9-A840-88DA731E8F5E}" type="presOf" srcId="{26CDA0D7-E058-46FC-9959-209ECEA13315}" destId="{ACF8D4F8-AC50-4D19-8B05-4612644BF80D}" srcOrd="0" destOrd="0" presId="urn:microsoft.com/office/officeart/2018/2/layout/IconVerticalSolidList"/>
    <dgm:cxn modelId="{4105CB7E-AAE9-441B-8A94-FA6300CBF44A}" srcId="{26CDA0D7-E058-46FC-9959-209ECEA13315}" destId="{27C65BD7-6A73-4288-A549-C66E34E74BEF}" srcOrd="0" destOrd="0" parTransId="{E9DDFD49-A401-40EB-8024-5656CCCAC7B4}" sibTransId="{832034F8-648E-40B8-8849-814A10952528}"/>
    <dgm:cxn modelId="{84047DF2-E333-43F4-A20F-289FE1F8AC2F}" srcId="{2DD9F822-E32D-4562-9821-E22750E95CE8}" destId="{26CDA0D7-E058-46FC-9959-209ECEA13315}" srcOrd="1" destOrd="0" parTransId="{91DA8847-1BF6-4381-883F-6045AEDA45C6}" sibTransId="{A04DE8BE-E30D-4024-8F1F-98D2FA23A07E}"/>
    <dgm:cxn modelId="{EB643ABA-FC30-4B7B-82C6-A33ACDEE85FC}" type="presParOf" srcId="{CD8D3A81-F374-40BC-8B37-27872246460E}" destId="{E85454F4-8165-4B19-AC88-1427E9F7169E}" srcOrd="0" destOrd="0" presId="urn:microsoft.com/office/officeart/2018/2/layout/IconVerticalSolidList"/>
    <dgm:cxn modelId="{119F15F9-AAD4-4A4B-ADB5-23325B41F40C}" type="presParOf" srcId="{E85454F4-8165-4B19-AC88-1427E9F7169E}" destId="{8ABFD64B-8065-4198-B701-27BDADEA8F49}" srcOrd="0" destOrd="0" presId="urn:microsoft.com/office/officeart/2018/2/layout/IconVerticalSolidList"/>
    <dgm:cxn modelId="{F80B0B13-C022-4588-A535-FAF42A9F70BA}" type="presParOf" srcId="{E85454F4-8165-4B19-AC88-1427E9F7169E}" destId="{40F0FD5A-D070-4B4C-A48B-46B82AF4669A}" srcOrd="1" destOrd="0" presId="urn:microsoft.com/office/officeart/2018/2/layout/IconVerticalSolidList"/>
    <dgm:cxn modelId="{49A666AB-3F97-415F-9347-1EE0B43E2573}" type="presParOf" srcId="{E85454F4-8165-4B19-AC88-1427E9F7169E}" destId="{46535912-7D77-4EC1-9339-2A7573C0FA43}" srcOrd="2" destOrd="0" presId="urn:microsoft.com/office/officeart/2018/2/layout/IconVerticalSolidList"/>
    <dgm:cxn modelId="{3AFE415F-B071-4050-B047-99CC43E6DD0D}" type="presParOf" srcId="{E85454F4-8165-4B19-AC88-1427E9F7169E}" destId="{85E6119B-851A-4C9D-9942-DCC4ED07A265}" srcOrd="3" destOrd="0" presId="urn:microsoft.com/office/officeart/2018/2/layout/IconVerticalSolidList"/>
    <dgm:cxn modelId="{7704C5C2-6891-4B81-940D-F078ABAFFB98}" type="presParOf" srcId="{E85454F4-8165-4B19-AC88-1427E9F7169E}" destId="{A5096964-D2D5-4A75-9806-F24FF2D36E18}" srcOrd="4" destOrd="0" presId="urn:microsoft.com/office/officeart/2018/2/layout/IconVerticalSolidList"/>
    <dgm:cxn modelId="{98E5D1E8-ECA3-4C7B-A967-8777BB08E2BB}" type="presParOf" srcId="{CD8D3A81-F374-40BC-8B37-27872246460E}" destId="{80E0F8FB-1F89-4419-B217-33EB6234A218}" srcOrd="1" destOrd="0" presId="urn:microsoft.com/office/officeart/2018/2/layout/IconVerticalSolidList"/>
    <dgm:cxn modelId="{AD4ACBC5-1402-4BE7-B535-001E32DC6837}" type="presParOf" srcId="{CD8D3A81-F374-40BC-8B37-27872246460E}" destId="{4047EE43-100A-4908-9F04-B970E1999B21}" srcOrd="2" destOrd="0" presId="urn:microsoft.com/office/officeart/2018/2/layout/IconVerticalSolidList"/>
    <dgm:cxn modelId="{F296DA30-021C-4F65-B589-540F5C89B723}" type="presParOf" srcId="{4047EE43-100A-4908-9F04-B970E1999B21}" destId="{07D726CB-13D8-491C-BC68-C8695BE5022C}" srcOrd="0" destOrd="0" presId="urn:microsoft.com/office/officeart/2018/2/layout/IconVerticalSolidList"/>
    <dgm:cxn modelId="{6D53D5C5-1098-452C-92B5-B1335814984D}" type="presParOf" srcId="{4047EE43-100A-4908-9F04-B970E1999B21}" destId="{D8AD2C97-3B52-4560-A48A-C7D11BFB81B4}" srcOrd="1" destOrd="0" presId="urn:microsoft.com/office/officeart/2018/2/layout/IconVerticalSolidList"/>
    <dgm:cxn modelId="{AE742D1B-0C29-43FB-AA04-01AB08DDE743}" type="presParOf" srcId="{4047EE43-100A-4908-9F04-B970E1999B21}" destId="{99438767-4408-4FD9-8900-E2A3F958320A}" srcOrd="2" destOrd="0" presId="urn:microsoft.com/office/officeart/2018/2/layout/IconVerticalSolidList"/>
    <dgm:cxn modelId="{E3569C3C-093E-4E8A-A675-E2C533CDF37E}" type="presParOf" srcId="{4047EE43-100A-4908-9F04-B970E1999B21}" destId="{ACF8D4F8-AC50-4D19-8B05-4612644BF80D}" srcOrd="3" destOrd="0" presId="urn:microsoft.com/office/officeart/2018/2/layout/IconVerticalSolidList"/>
    <dgm:cxn modelId="{F9FE2126-160D-478D-A2CE-769F53E4F30E}" type="presParOf" srcId="{4047EE43-100A-4908-9F04-B970E1999B21}" destId="{C0253C8B-C92D-4C2D-9BD4-A8EB9BBA0857}" srcOrd="4"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3E66B9B-B70E-490D-B3DC-71729BE32749}"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AB4B5161-23C0-43B6-BE8D-C12FCD4AC7B2}">
      <dgm:prSet/>
      <dgm:spPr/>
      <dgm:t>
        <a:bodyPr/>
        <a:lstStyle/>
        <a:p>
          <a:pPr>
            <a:lnSpc>
              <a:spcPct val="100000"/>
            </a:lnSpc>
          </a:pPr>
          <a:r>
            <a:rPr lang="en-US"/>
            <a:t>Scope</a:t>
          </a:r>
        </a:p>
      </dgm:t>
    </dgm:pt>
    <dgm:pt modelId="{27C1CE96-7A14-4F7F-B9F6-A1C89EFC6568}" type="parTrans" cxnId="{D736A1DE-2927-4538-BC6B-C09825FD80E8}">
      <dgm:prSet/>
      <dgm:spPr/>
      <dgm:t>
        <a:bodyPr/>
        <a:lstStyle/>
        <a:p>
          <a:endParaRPr lang="en-US"/>
        </a:p>
      </dgm:t>
    </dgm:pt>
    <dgm:pt modelId="{21BA0351-6958-44A4-85A2-76C3045EC9E3}" type="sibTrans" cxnId="{D736A1DE-2927-4538-BC6B-C09825FD80E8}">
      <dgm:prSet/>
      <dgm:spPr/>
      <dgm:t>
        <a:bodyPr/>
        <a:lstStyle/>
        <a:p>
          <a:endParaRPr lang="en-US"/>
        </a:p>
      </dgm:t>
    </dgm:pt>
    <dgm:pt modelId="{A2F221DB-3330-4F44-8146-893DC17BE3DD}">
      <dgm:prSet/>
      <dgm:spPr/>
      <dgm:t>
        <a:bodyPr/>
        <a:lstStyle/>
        <a:p>
          <a:pPr>
            <a:lnSpc>
              <a:spcPct val="100000"/>
            </a:lnSpc>
          </a:pPr>
          <a:r>
            <a:rPr lang="en-US"/>
            <a:t>Trouble with setup and file handling meant starting on core functionality, all in one unfactored block, with lots of placeholder comments.  Ended up having to rework once actually accessing file path</a:t>
          </a:r>
        </a:p>
      </dgm:t>
    </dgm:pt>
    <dgm:pt modelId="{3BB7A419-0C22-4729-88E7-68BA721F4024}" type="parTrans" cxnId="{BC167D52-1AF9-4E82-A0F9-7A6117298194}">
      <dgm:prSet/>
      <dgm:spPr/>
      <dgm:t>
        <a:bodyPr/>
        <a:lstStyle/>
        <a:p>
          <a:endParaRPr lang="en-US"/>
        </a:p>
      </dgm:t>
    </dgm:pt>
    <dgm:pt modelId="{C9F3D85F-D7BC-4A78-A3DE-9A8452197ABE}" type="sibTrans" cxnId="{BC167D52-1AF9-4E82-A0F9-7A6117298194}">
      <dgm:prSet/>
      <dgm:spPr/>
      <dgm:t>
        <a:bodyPr/>
        <a:lstStyle/>
        <a:p>
          <a:endParaRPr lang="en-US"/>
        </a:p>
      </dgm:t>
    </dgm:pt>
    <dgm:pt modelId="{72919AF9-8061-47D8-9EEB-33199676795F}" type="pres">
      <dgm:prSet presAssocID="{33E66B9B-B70E-490D-B3DC-71729BE32749}" presName="root" presStyleCnt="0">
        <dgm:presLayoutVars>
          <dgm:dir/>
          <dgm:resizeHandles val="exact"/>
        </dgm:presLayoutVars>
      </dgm:prSet>
      <dgm:spPr/>
    </dgm:pt>
    <dgm:pt modelId="{76F2DF08-CDAE-4171-B033-A70D8600E5F8}" type="pres">
      <dgm:prSet presAssocID="{AB4B5161-23C0-43B6-BE8D-C12FCD4AC7B2}" presName="compNode" presStyleCnt="0"/>
      <dgm:spPr/>
    </dgm:pt>
    <dgm:pt modelId="{7A40BECE-54D0-45FB-988D-E6416A4BC0FF}" type="pres">
      <dgm:prSet presAssocID="{AB4B5161-23C0-43B6-BE8D-C12FCD4AC7B2}" presName="bgRect" presStyleLbl="bgShp" presStyleIdx="0" presStyleCnt="1"/>
      <dgm:spPr/>
    </dgm:pt>
    <dgm:pt modelId="{44185DAC-AD57-4983-96D1-9712DFFBCA73}" type="pres">
      <dgm:prSet presAssocID="{AB4B5161-23C0-43B6-BE8D-C12FCD4AC7B2}" presName="iconRect" presStyleLbl="node1" presStyleIdx="0" presStyleCnt="1"/>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Hierarchy"/>
        </a:ext>
      </dgm:extLst>
    </dgm:pt>
    <dgm:pt modelId="{F0A1E75D-4831-4421-B797-27E62CF01016}" type="pres">
      <dgm:prSet presAssocID="{AB4B5161-23C0-43B6-BE8D-C12FCD4AC7B2}" presName="spaceRect" presStyleCnt="0"/>
      <dgm:spPr/>
    </dgm:pt>
    <dgm:pt modelId="{11325AED-3C63-4DFB-8002-72156149A262}" type="pres">
      <dgm:prSet presAssocID="{AB4B5161-23C0-43B6-BE8D-C12FCD4AC7B2}" presName="parTx" presStyleLbl="revTx" presStyleIdx="0" presStyleCnt="2">
        <dgm:presLayoutVars>
          <dgm:chMax val="0"/>
          <dgm:chPref val="0"/>
        </dgm:presLayoutVars>
      </dgm:prSet>
      <dgm:spPr/>
    </dgm:pt>
    <dgm:pt modelId="{7D7E5306-0381-4091-9F66-3FE2978A6A9C}" type="pres">
      <dgm:prSet presAssocID="{AB4B5161-23C0-43B6-BE8D-C12FCD4AC7B2}" presName="desTx" presStyleLbl="revTx" presStyleIdx="1" presStyleCnt="2">
        <dgm:presLayoutVars/>
      </dgm:prSet>
      <dgm:spPr/>
    </dgm:pt>
  </dgm:ptLst>
  <dgm:cxnLst>
    <dgm:cxn modelId="{4D01B60E-49D0-45EF-AB7D-47800492BDCF}" type="presOf" srcId="{AB4B5161-23C0-43B6-BE8D-C12FCD4AC7B2}" destId="{11325AED-3C63-4DFB-8002-72156149A262}" srcOrd="0" destOrd="0" presId="urn:microsoft.com/office/officeart/2018/2/layout/IconVerticalSolidList"/>
    <dgm:cxn modelId="{9A6EBF30-12E6-4F0A-9E3D-477156522341}" type="presOf" srcId="{33E66B9B-B70E-490D-B3DC-71729BE32749}" destId="{72919AF9-8061-47D8-9EEB-33199676795F}" srcOrd="0" destOrd="0" presId="urn:microsoft.com/office/officeart/2018/2/layout/IconVerticalSolidList"/>
    <dgm:cxn modelId="{BC167D52-1AF9-4E82-A0F9-7A6117298194}" srcId="{AB4B5161-23C0-43B6-BE8D-C12FCD4AC7B2}" destId="{A2F221DB-3330-4F44-8146-893DC17BE3DD}" srcOrd="0" destOrd="0" parTransId="{3BB7A419-0C22-4729-88E7-68BA721F4024}" sibTransId="{C9F3D85F-D7BC-4A78-A3DE-9A8452197ABE}"/>
    <dgm:cxn modelId="{B8BEA498-4435-42DA-B8AA-A413B4A66F01}" type="presOf" srcId="{A2F221DB-3330-4F44-8146-893DC17BE3DD}" destId="{7D7E5306-0381-4091-9F66-3FE2978A6A9C}" srcOrd="0" destOrd="0" presId="urn:microsoft.com/office/officeart/2018/2/layout/IconVerticalSolidList"/>
    <dgm:cxn modelId="{D736A1DE-2927-4538-BC6B-C09825FD80E8}" srcId="{33E66B9B-B70E-490D-B3DC-71729BE32749}" destId="{AB4B5161-23C0-43B6-BE8D-C12FCD4AC7B2}" srcOrd="0" destOrd="0" parTransId="{27C1CE96-7A14-4F7F-B9F6-A1C89EFC6568}" sibTransId="{21BA0351-6958-44A4-85A2-76C3045EC9E3}"/>
    <dgm:cxn modelId="{C9AA6A06-7D17-45A4-8633-57F7DC32323F}" type="presParOf" srcId="{72919AF9-8061-47D8-9EEB-33199676795F}" destId="{76F2DF08-CDAE-4171-B033-A70D8600E5F8}" srcOrd="0" destOrd="0" presId="urn:microsoft.com/office/officeart/2018/2/layout/IconVerticalSolidList"/>
    <dgm:cxn modelId="{52052D43-64A7-4A04-B027-1A1941CE7E7D}" type="presParOf" srcId="{76F2DF08-CDAE-4171-B033-A70D8600E5F8}" destId="{7A40BECE-54D0-45FB-988D-E6416A4BC0FF}" srcOrd="0" destOrd="0" presId="urn:microsoft.com/office/officeart/2018/2/layout/IconVerticalSolidList"/>
    <dgm:cxn modelId="{29BD1F93-FC81-4003-BA77-1404B18CF4E6}" type="presParOf" srcId="{76F2DF08-CDAE-4171-B033-A70D8600E5F8}" destId="{44185DAC-AD57-4983-96D1-9712DFFBCA73}" srcOrd="1" destOrd="0" presId="urn:microsoft.com/office/officeart/2018/2/layout/IconVerticalSolidList"/>
    <dgm:cxn modelId="{9FFF5892-EFAB-42CF-A024-713D65349B2A}" type="presParOf" srcId="{76F2DF08-CDAE-4171-B033-A70D8600E5F8}" destId="{F0A1E75D-4831-4421-B797-27E62CF01016}" srcOrd="2" destOrd="0" presId="urn:microsoft.com/office/officeart/2018/2/layout/IconVerticalSolidList"/>
    <dgm:cxn modelId="{D2DA9B39-D1E9-49A2-9676-F743631F9877}" type="presParOf" srcId="{76F2DF08-CDAE-4171-B033-A70D8600E5F8}" destId="{11325AED-3C63-4DFB-8002-72156149A262}" srcOrd="3" destOrd="0" presId="urn:microsoft.com/office/officeart/2018/2/layout/IconVerticalSolidList"/>
    <dgm:cxn modelId="{D0B81DC1-8512-4250-9A41-D6D20CDFA222}" type="presParOf" srcId="{76F2DF08-CDAE-4171-B033-A70D8600E5F8}" destId="{7D7E5306-0381-4091-9F66-3FE2978A6A9C}" srcOrd="4"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33E66B9B-B70E-490D-B3DC-71729BE32749}"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AB4B5161-23C0-43B6-BE8D-C12FCD4AC7B2}">
      <dgm:prSet/>
      <dgm:spPr/>
      <dgm:t>
        <a:bodyPr/>
        <a:lstStyle/>
        <a:p>
          <a:pPr>
            <a:lnSpc>
              <a:spcPct val="100000"/>
            </a:lnSpc>
          </a:pPr>
          <a:r>
            <a:rPr lang="en-US"/>
            <a:t>Set up environment first</a:t>
          </a:r>
        </a:p>
      </dgm:t>
    </dgm:pt>
    <dgm:pt modelId="{27C1CE96-7A14-4F7F-B9F6-A1C89EFC6568}" type="parTrans" cxnId="{D736A1DE-2927-4538-BC6B-C09825FD80E8}">
      <dgm:prSet/>
      <dgm:spPr/>
      <dgm:t>
        <a:bodyPr/>
        <a:lstStyle/>
        <a:p>
          <a:endParaRPr lang="en-US"/>
        </a:p>
      </dgm:t>
    </dgm:pt>
    <dgm:pt modelId="{21BA0351-6958-44A4-85A2-76C3045EC9E3}" type="sibTrans" cxnId="{D736A1DE-2927-4538-BC6B-C09825FD80E8}">
      <dgm:prSet/>
      <dgm:spPr/>
      <dgm:t>
        <a:bodyPr/>
        <a:lstStyle/>
        <a:p>
          <a:endParaRPr lang="en-US"/>
        </a:p>
      </dgm:t>
    </dgm:pt>
    <dgm:pt modelId="{A2F221DB-3330-4F44-8146-893DC17BE3DD}">
      <dgm:prSet/>
      <dgm:spPr/>
      <dgm:t>
        <a:bodyPr/>
        <a:lstStyle/>
        <a:p>
          <a:pPr>
            <a:lnSpc>
              <a:spcPct val="100000"/>
            </a:lnSpc>
          </a:pPr>
          <a:r>
            <a:rPr lang="en-US"/>
            <a:t>Make sure python interpreter and testing work at the beginning to avoid rewriting code later</a:t>
          </a:r>
        </a:p>
      </dgm:t>
    </dgm:pt>
    <dgm:pt modelId="{3BB7A419-0C22-4729-88E7-68BA721F4024}" type="parTrans" cxnId="{BC167D52-1AF9-4E82-A0F9-7A6117298194}">
      <dgm:prSet/>
      <dgm:spPr/>
      <dgm:t>
        <a:bodyPr/>
        <a:lstStyle/>
        <a:p>
          <a:endParaRPr lang="en-US"/>
        </a:p>
      </dgm:t>
    </dgm:pt>
    <dgm:pt modelId="{C9F3D85F-D7BC-4A78-A3DE-9A8452197ABE}" type="sibTrans" cxnId="{BC167D52-1AF9-4E82-A0F9-7A6117298194}">
      <dgm:prSet/>
      <dgm:spPr/>
      <dgm:t>
        <a:bodyPr/>
        <a:lstStyle/>
        <a:p>
          <a:endParaRPr lang="en-US"/>
        </a:p>
      </dgm:t>
    </dgm:pt>
    <dgm:pt modelId="{6F8F43C5-5FEF-4FF7-99D2-C0D22E1CCD03}">
      <dgm:prSet/>
      <dgm:spPr/>
      <dgm:t>
        <a:bodyPr/>
        <a:lstStyle/>
        <a:p>
          <a:pPr>
            <a:lnSpc>
              <a:spcPct val="100000"/>
            </a:lnSpc>
          </a:pPr>
          <a:r>
            <a:rPr lang="en-US"/>
            <a:t>Start in small scale</a:t>
          </a:r>
        </a:p>
      </dgm:t>
    </dgm:pt>
    <dgm:pt modelId="{B7683721-F57C-4FB4-B096-25CC1563ED7A}" type="parTrans" cxnId="{F1B7C792-8AE0-42B8-AD67-2086839ED3D2}">
      <dgm:prSet/>
      <dgm:spPr/>
      <dgm:t>
        <a:bodyPr/>
        <a:lstStyle/>
        <a:p>
          <a:endParaRPr lang="en-US"/>
        </a:p>
      </dgm:t>
    </dgm:pt>
    <dgm:pt modelId="{67F64C34-AC26-4CA1-938C-E4141A158065}" type="sibTrans" cxnId="{F1B7C792-8AE0-42B8-AD67-2086839ED3D2}">
      <dgm:prSet/>
      <dgm:spPr/>
      <dgm:t>
        <a:bodyPr/>
        <a:lstStyle/>
        <a:p>
          <a:endParaRPr lang="en-US"/>
        </a:p>
      </dgm:t>
    </dgm:pt>
    <dgm:pt modelId="{8CAEFD2D-9109-45C6-8059-86AD9B6EF0DB}">
      <dgm:prSet/>
      <dgm:spPr/>
      <dgm:t>
        <a:bodyPr/>
        <a:lstStyle/>
        <a:p>
          <a:pPr>
            <a:lnSpc>
              <a:spcPct val="100000"/>
            </a:lnSpc>
          </a:pPr>
          <a:r>
            <a:rPr lang="en-US"/>
            <a:t>Make sure a file can be read at all before trying to write to it</a:t>
          </a:r>
        </a:p>
      </dgm:t>
    </dgm:pt>
    <dgm:pt modelId="{24F4337F-523C-4BE5-AC08-F0F8C4728E96}" type="parTrans" cxnId="{0153F107-F8F1-4B02-99F7-9181660E6F4F}">
      <dgm:prSet/>
      <dgm:spPr/>
      <dgm:t>
        <a:bodyPr/>
        <a:lstStyle/>
        <a:p>
          <a:endParaRPr lang="en-US"/>
        </a:p>
      </dgm:t>
    </dgm:pt>
    <dgm:pt modelId="{B7A55F25-517B-4A09-B040-C176F1998D6C}" type="sibTrans" cxnId="{0153F107-F8F1-4B02-99F7-9181660E6F4F}">
      <dgm:prSet/>
      <dgm:spPr/>
      <dgm:t>
        <a:bodyPr/>
        <a:lstStyle/>
        <a:p>
          <a:endParaRPr lang="en-US"/>
        </a:p>
      </dgm:t>
    </dgm:pt>
    <dgm:pt modelId="{72919AF9-8061-47D8-9EEB-33199676795F}" type="pres">
      <dgm:prSet presAssocID="{33E66B9B-B70E-490D-B3DC-71729BE32749}" presName="root" presStyleCnt="0">
        <dgm:presLayoutVars>
          <dgm:dir/>
          <dgm:resizeHandles val="exact"/>
        </dgm:presLayoutVars>
      </dgm:prSet>
      <dgm:spPr/>
    </dgm:pt>
    <dgm:pt modelId="{76F2DF08-CDAE-4171-B033-A70D8600E5F8}" type="pres">
      <dgm:prSet presAssocID="{AB4B5161-23C0-43B6-BE8D-C12FCD4AC7B2}" presName="compNode" presStyleCnt="0"/>
      <dgm:spPr/>
    </dgm:pt>
    <dgm:pt modelId="{7A40BECE-54D0-45FB-988D-E6416A4BC0FF}" type="pres">
      <dgm:prSet presAssocID="{AB4B5161-23C0-43B6-BE8D-C12FCD4AC7B2}" presName="bgRect" presStyleLbl="bgShp" presStyleIdx="0" presStyleCnt="2"/>
      <dgm:spPr/>
    </dgm:pt>
    <dgm:pt modelId="{44185DAC-AD57-4983-96D1-9712DFFBCA73}" type="pres">
      <dgm:prSet presAssocID="{AB4B5161-23C0-43B6-BE8D-C12FCD4AC7B2}" presName="iconRect" presStyleLbl="node1" presStyleIdx="0"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Checkmark"/>
        </a:ext>
      </dgm:extLst>
    </dgm:pt>
    <dgm:pt modelId="{F0A1E75D-4831-4421-B797-27E62CF01016}" type="pres">
      <dgm:prSet presAssocID="{AB4B5161-23C0-43B6-BE8D-C12FCD4AC7B2}" presName="spaceRect" presStyleCnt="0"/>
      <dgm:spPr/>
    </dgm:pt>
    <dgm:pt modelId="{11325AED-3C63-4DFB-8002-72156149A262}" type="pres">
      <dgm:prSet presAssocID="{AB4B5161-23C0-43B6-BE8D-C12FCD4AC7B2}" presName="parTx" presStyleLbl="revTx" presStyleIdx="0" presStyleCnt="4">
        <dgm:presLayoutVars>
          <dgm:chMax val="0"/>
          <dgm:chPref val="0"/>
        </dgm:presLayoutVars>
      </dgm:prSet>
      <dgm:spPr/>
    </dgm:pt>
    <dgm:pt modelId="{7D7E5306-0381-4091-9F66-3FE2978A6A9C}" type="pres">
      <dgm:prSet presAssocID="{AB4B5161-23C0-43B6-BE8D-C12FCD4AC7B2}" presName="desTx" presStyleLbl="revTx" presStyleIdx="1" presStyleCnt="4">
        <dgm:presLayoutVars/>
      </dgm:prSet>
      <dgm:spPr/>
    </dgm:pt>
    <dgm:pt modelId="{AA07DD32-6C13-46F3-B4D3-B088F43966FF}" type="pres">
      <dgm:prSet presAssocID="{21BA0351-6958-44A4-85A2-76C3045EC9E3}" presName="sibTrans" presStyleCnt="0"/>
      <dgm:spPr/>
    </dgm:pt>
    <dgm:pt modelId="{F2DE9C8E-C913-4E99-9BCA-7A5F48332C51}" type="pres">
      <dgm:prSet presAssocID="{6F8F43C5-5FEF-4FF7-99D2-C0D22E1CCD03}" presName="compNode" presStyleCnt="0"/>
      <dgm:spPr/>
    </dgm:pt>
    <dgm:pt modelId="{4780641A-A49F-4354-8D3F-47BB0996A635}" type="pres">
      <dgm:prSet presAssocID="{6F8F43C5-5FEF-4FF7-99D2-C0D22E1CCD03}" presName="bgRect" presStyleLbl="bgShp" presStyleIdx="1" presStyleCnt="2"/>
      <dgm:spPr/>
    </dgm:pt>
    <dgm:pt modelId="{C4DDD568-D41F-48D5-AC4B-C526EA374528}" type="pres">
      <dgm:prSet presAssocID="{6F8F43C5-5FEF-4FF7-99D2-C0D22E1CCD03}" presName="iconRect" presStyleLbl="node1" presStyleIdx="1"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Pencil"/>
        </a:ext>
      </dgm:extLst>
    </dgm:pt>
    <dgm:pt modelId="{2C2FB6E3-F86A-49DF-A410-4B581EC536C0}" type="pres">
      <dgm:prSet presAssocID="{6F8F43C5-5FEF-4FF7-99D2-C0D22E1CCD03}" presName="spaceRect" presStyleCnt="0"/>
      <dgm:spPr/>
    </dgm:pt>
    <dgm:pt modelId="{6D1FE4FA-B923-4F1B-87A1-AE5553AA1DEF}" type="pres">
      <dgm:prSet presAssocID="{6F8F43C5-5FEF-4FF7-99D2-C0D22E1CCD03}" presName="parTx" presStyleLbl="revTx" presStyleIdx="2" presStyleCnt="4">
        <dgm:presLayoutVars>
          <dgm:chMax val="0"/>
          <dgm:chPref val="0"/>
        </dgm:presLayoutVars>
      </dgm:prSet>
      <dgm:spPr/>
    </dgm:pt>
    <dgm:pt modelId="{FB67EE5C-7A43-4DAE-9AC2-21A93919BF13}" type="pres">
      <dgm:prSet presAssocID="{6F8F43C5-5FEF-4FF7-99D2-C0D22E1CCD03}" presName="desTx" presStyleLbl="revTx" presStyleIdx="3" presStyleCnt="4">
        <dgm:presLayoutVars/>
      </dgm:prSet>
      <dgm:spPr/>
    </dgm:pt>
  </dgm:ptLst>
  <dgm:cxnLst>
    <dgm:cxn modelId="{0153F107-F8F1-4B02-99F7-9181660E6F4F}" srcId="{6F8F43C5-5FEF-4FF7-99D2-C0D22E1CCD03}" destId="{8CAEFD2D-9109-45C6-8059-86AD9B6EF0DB}" srcOrd="0" destOrd="0" parTransId="{24F4337F-523C-4BE5-AC08-F0F8C4728E96}" sibTransId="{B7A55F25-517B-4A09-B040-C176F1998D6C}"/>
    <dgm:cxn modelId="{5E76C823-4033-4451-B785-EC84D75FAABA}" type="presOf" srcId="{AB4B5161-23C0-43B6-BE8D-C12FCD4AC7B2}" destId="{11325AED-3C63-4DFB-8002-72156149A262}" srcOrd="0" destOrd="0" presId="urn:microsoft.com/office/officeart/2018/2/layout/IconVerticalSolidList"/>
    <dgm:cxn modelId="{9A6EBF30-12E6-4F0A-9E3D-477156522341}" type="presOf" srcId="{33E66B9B-B70E-490D-B3DC-71729BE32749}" destId="{72919AF9-8061-47D8-9EEB-33199676795F}" srcOrd="0" destOrd="0" presId="urn:microsoft.com/office/officeart/2018/2/layout/IconVerticalSolidList"/>
    <dgm:cxn modelId="{DDFECE68-978B-4A3C-8F69-447F8E42D85D}" type="presOf" srcId="{8CAEFD2D-9109-45C6-8059-86AD9B6EF0DB}" destId="{FB67EE5C-7A43-4DAE-9AC2-21A93919BF13}" srcOrd="0" destOrd="0" presId="urn:microsoft.com/office/officeart/2018/2/layout/IconVerticalSolidList"/>
    <dgm:cxn modelId="{BC167D52-1AF9-4E82-A0F9-7A6117298194}" srcId="{AB4B5161-23C0-43B6-BE8D-C12FCD4AC7B2}" destId="{A2F221DB-3330-4F44-8146-893DC17BE3DD}" srcOrd="0" destOrd="0" parTransId="{3BB7A419-0C22-4729-88E7-68BA721F4024}" sibTransId="{C9F3D85F-D7BC-4A78-A3DE-9A8452197ABE}"/>
    <dgm:cxn modelId="{31851275-6172-457F-82AA-70F0CE9E0758}" type="presOf" srcId="{A2F221DB-3330-4F44-8146-893DC17BE3DD}" destId="{7D7E5306-0381-4091-9F66-3FE2978A6A9C}" srcOrd="0" destOrd="0" presId="urn:microsoft.com/office/officeart/2018/2/layout/IconVerticalSolidList"/>
    <dgm:cxn modelId="{939B3E7C-34FE-4BCA-B163-DBE12A68771B}" type="presOf" srcId="{6F8F43C5-5FEF-4FF7-99D2-C0D22E1CCD03}" destId="{6D1FE4FA-B923-4F1B-87A1-AE5553AA1DEF}" srcOrd="0" destOrd="0" presId="urn:microsoft.com/office/officeart/2018/2/layout/IconVerticalSolidList"/>
    <dgm:cxn modelId="{F1B7C792-8AE0-42B8-AD67-2086839ED3D2}" srcId="{33E66B9B-B70E-490D-B3DC-71729BE32749}" destId="{6F8F43C5-5FEF-4FF7-99D2-C0D22E1CCD03}" srcOrd="1" destOrd="0" parTransId="{B7683721-F57C-4FB4-B096-25CC1563ED7A}" sibTransId="{67F64C34-AC26-4CA1-938C-E4141A158065}"/>
    <dgm:cxn modelId="{D736A1DE-2927-4538-BC6B-C09825FD80E8}" srcId="{33E66B9B-B70E-490D-B3DC-71729BE32749}" destId="{AB4B5161-23C0-43B6-BE8D-C12FCD4AC7B2}" srcOrd="0" destOrd="0" parTransId="{27C1CE96-7A14-4F7F-B9F6-A1C89EFC6568}" sibTransId="{21BA0351-6958-44A4-85A2-76C3045EC9E3}"/>
    <dgm:cxn modelId="{91B7630D-E39F-4374-BBBF-A46F2EEB4577}" type="presParOf" srcId="{72919AF9-8061-47D8-9EEB-33199676795F}" destId="{76F2DF08-CDAE-4171-B033-A70D8600E5F8}" srcOrd="0" destOrd="0" presId="urn:microsoft.com/office/officeart/2018/2/layout/IconVerticalSolidList"/>
    <dgm:cxn modelId="{7C6B3195-B8A8-47FE-BEDC-2A85A6C68B26}" type="presParOf" srcId="{76F2DF08-CDAE-4171-B033-A70D8600E5F8}" destId="{7A40BECE-54D0-45FB-988D-E6416A4BC0FF}" srcOrd="0" destOrd="0" presId="urn:microsoft.com/office/officeart/2018/2/layout/IconVerticalSolidList"/>
    <dgm:cxn modelId="{8117A599-0682-4EB9-AA68-B33A5E04C533}" type="presParOf" srcId="{76F2DF08-CDAE-4171-B033-A70D8600E5F8}" destId="{44185DAC-AD57-4983-96D1-9712DFFBCA73}" srcOrd="1" destOrd="0" presId="urn:microsoft.com/office/officeart/2018/2/layout/IconVerticalSolidList"/>
    <dgm:cxn modelId="{E2FA08DB-3E67-4CA3-AF2F-5E01AFC489E1}" type="presParOf" srcId="{76F2DF08-CDAE-4171-B033-A70D8600E5F8}" destId="{F0A1E75D-4831-4421-B797-27E62CF01016}" srcOrd="2" destOrd="0" presId="urn:microsoft.com/office/officeart/2018/2/layout/IconVerticalSolidList"/>
    <dgm:cxn modelId="{817930A9-931C-4C00-8925-E5191904B8FF}" type="presParOf" srcId="{76F2DF08-CDAE-4171-B033-A70D8600E5F8}" destId="{11325AED-3C63-4DFB-8002-72156149A262}" srcOrd="3" destOrd="0" presId="urn:microsoft.com/office/officeart/2018/2/layout/IconVerticalSolidList"/>
    <dgm:cxn modelId="{E7855F31-057E-40A4-B559-7C3DEB890DD4}" type="presParOf" srcId="{76F2DF08-CDAE-4171-B033-A70D8600E5F8}" destId="{7D7E5306-0381-4091-9F66-3FE2978A6A9C}" srcOrd="4" destOrd="0" presId="urn:microsoft.com/office/officeart/2018/2/layout/IconVerticalSolidList"/>
    <dgm:cxn modelId="{E829F52C-726B-4C21-95BC-3C45D948532F}" type="presParOf" srcId="{72919AF9-8061-47D8-9EEB-33199676795F}" destId="{AA07DD32-6C13-46F3-B4D3-B088F43966FF}" srcOrd="1" destOrd="0" presId="urn:microsoft.com/office/officeart/2018/2/layout/IconVerticalSolidList"/>
    <dgm:cxn modelId="{CA1E7CC7-22B3-4315-901C-30616A35B052}" type="presParOf" srcId="{72919AF9-8061-47D8-9EEB-33199676795F}" destId="{F2DE9C8E-C913-4E99-9BCA-7A5F48332C51}" srcOrd="2" destOrd="0" presId="urn:microsoft.com/office/officeart/2018/2/layout/IconVerticalSolidList"/>
    <dgm:cxn modelId="{6DCB23FF-E209-41F6-AC06-60A7C2A47340}" type="presParOf" srcId="{F2DE9C8E-C913-4E99-9BCA-7A5F48332C51}" destId="{4780641A-A49F-4354-8D3F-47BB0996A635}" srcOrd="0" destOrd="0" presId="urn:microsoft.com/office/officeart/2018/2/layout/IconVerticalSolidList"/>
    <dgm:cxn modelId="{2FE4ADC9-C199-4996-AB24-0E992BD74A89}" type="presParOf" srcId="{F2DE9C8E-C913-4E99-9BCA-7A5F48332C51}" destId="{C4DDD568-D41F-48D5-AC4B-C526EA374528}" srcOrd="1" destOrd="0" presId="urn:microsoft.com/office/officeart/2018/2/layout/IconVerticalSolidList"/>
    <dgm:cxn modelId="{C276D68F-5A09-4E30-B9D7-CA6E87701723}" type="presParOf" srcId="{F2DE9C8E-C913-4E99-9BCA-7A5F48332C51}" destId="{2C2FB6E3-F86A-49DF-A410-4B581EC536C0}" srcOrd="2" destOrd="0" presId="urn:microsoft.com/office/officeart/2018/2/layout/IconVerticalSolidList"/>
    <dgm:cxn modelId="{CA5779A2-89F4-4FCD-9319-AF4E0E6C1CCB}" type="presParOf" srcId="{F2DE9C8E-C913-4E99-9BCA-7A5F48332C51}" destId="{6D1FE4FA-B923-4F1B-87A1-AE5553AA1DEF}" srcOrd="3" destOrd="0" presId="urn:microsoft.com/office/officeart/2018/2/layout/IconVerticalSolidList"/>
    <dgm:cxn modelId="{4F674A8D-2E73-46BF-AEDA-D992D729EB52}" type="presParOf" srcId="{F2DE9C8E-C913-4E99-9BCA-7A5F48332C51}" destId="{FB67EE5C-7A43-4DAE-9AC2-21A93919BF13}" srcOrd="4"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E9BD2ED-5A29-4E5B-953A-E4836BF1B840}">
      <dsp:nvSpPr>
        <dsp:cNvPr id="0" name=""/>
        <dsp:cNvSpPr/>
      </dsp:nvSpPr>
      <dsp:spPr>
        <a:xfrm>
          <a:off x="0" y="653795"/>
          <a:ext cx="10058399" cy="120700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92E3510-487E-474F-BFEF-CAC15C25E1E2}">
      <dsp:nvSpPr>
        <dsp:cNvPr id="0" name=""/>
        <dsp:cNvSpPr/>
      </dsp:nvSpPr>
      <dsp:spPr>
        <a:xfrm>
          <a:off x="365119" y="925372"/>
          <a:ext cx="663854" cy="66385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AAFED5B-9ED1-40AD-816B-A405AA8E956E}">
      <dsp:nvSpPr>
        <dsp:cNvPr id="0" name=""/>
        <dsp:cNvSpPr/>
      </dsp:nvSpPr>
      <dsp:spPr>
        <a:xfrm>
          <a:off x="1394094" y="653795"/>
          <a:ext cx="4526280" cy="12070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7742" tIns="127742" rIns="127742" bIns="127742" numCol="1" spcCol="1270" anchor="ctr" anchorCtr="0">
          <a:noAutofit/>
        </a:bodyPr>
        <a:lstStyle/>
        <a:p>
          <a:pPr marL="0" lvl="0" indent="0" algn="l" defTabSz="1111250">
            <a:lnSpc>
              <a:spcPct val="100000"/>
            </a:lnSpc>
            <a:spcBef>
              <a:spcPct val="0"/>
            </a:spcBef>
            <a:spcAft>
              <a:spcPct val="35000"/>
            </a:spcAft>
            <a:buNone/>
          </a:pPr>
          <a:r>
            <a:rPr lang="en-US" sz="2500" kern="1200"/>
            <a:t>Planning</a:t>
          </a:r>
        </a:p>
      </dsp:txBody>
      <dsp:txXfrm>
        <a:off x="1394094" y="653795"/>
        <a:ext cx="4526280" cy="1207008"/>
      </dsp:txXfrm>
    </dsp:sp>
    <dsp:sp modelId="{B46552BD-8B2E-49DA-AFAE-ECF3A6D100B0}">
      <dsp:nvSpPr>
        <dsp:cNvPr id="0" name=""/>
        <dsp:cNvSpPr/>
      </dsp:nvSpPr>
      <dsp:spPr>
        <a:xfrm>
          <a:off x="5920374" y="653795"/>
          <a:ext cx="4138025" cy="12070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7742" tIns="127742" rIns="127742" bIns="127742" numCol="1" spcCol="1270" anchor="ctr" anchorCtr="0">
          <a:noAutofit/>
        </a:bodyPr>
        <a:lstStyle/>
        <a:p>
          <a:pPr marL="0" lvl="0" indent="0" algn="l" defTabSz="800100">
            <a:lnSpc>
              <a:spcPct val="100000"/>
            </a:lnSpc>
            <a:spcBef>
              <a:spcPct val="0"/>
            </a:spcBef>
            <a:spcAft>
              <a:spcPct val="35000"/>
            </a:spcAft>
            <a:buNone/>
          </a:pPr>
          <a:r>
            <a:rPr lang="en-US" sz="1800" kern="1200"/>
            <a:t>Mapped out workflow in advance</a:t>
          </a:r>
        </a:p>
      </dsp:txBody>
      <dsp:txXfrm>
        <a:off x="5920374" y="653795"/>
        <a:ext cx="4138025" cy="1207008"/>
      </dsp:txXfrm>
    </dsp:sp>
    <dsp:sp modelId="{3BFB440F-093D-451F-BC50-4B700AF71F6C}">
      <dsp:nvSpPr>
        <dsp:cNvPr id="0" name=""/>
        <dsp:cNvSpPr/>
      </dsp:nvSpPr>
      <dsp:spPr>
        <a:xfrm>
          <a:off x="0" y="2162556"/>
          <a:ext cx="10058399" cy="120700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2E0E832-7ADC-4613-928D-77C07CA67453}">
      <dsp:nvSpPr>
        <dsp:cNvPr id="0" name=""/>
        <dsp:cNvSpPr/>
      </dsp:nvSpPr>
      <dsp:spPr>
        <a:xfrm>
          <a:off x="365119" y="2434132"/>
          <a:ext cx="663854" cy="66385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6F4598B-87B7-4D40-880F-AB9F57E26796}">
      <dsp:nvSpPr>
        <dsp:cNvPr id="0" name=""/>
        <dsp:cNvSpPr/>
      </dsp:nvSpPr>
      <dsp:spPr>
        <a:xfrm>
          <a:off x="1394094" y="2162556"/>
          <a:ext cx="4526280" cy="12070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7742" tIns="127742" rIns="127742" bIns="127742" numCol="1" spcCol="1270" anchor="ctr" anchorCtr="0">
          <a:noAutofit/>
        </a:bodyPr>
        <a:lstStyle/>
        <a:p>
          <a:pPr marL="0" lvl="0" indent="0" algn="l" defTabSz="1111250">
            <a:lnSpc>
              <a:spcPct val="100000"/>
            </a:lnSpc>
            <a:spcBef>
              <a:spcPct val="0"/>
            </a:spcBef>
            <a:spcAft>
              <a:spcPct val="35000"/>
            </a:spcAft>
            <a:buNone/>
          </a:pPr>
          <a:r>
            <a:rPr lang="en-US" sz="2500" kern="1200"/>
            <a:t>Course resource use</a:t>
          </a:r>
        </a:p>
      </dsp:txBody>
      <dsp:txXfrm>
        <a:off x="1394094" y="2162556"/>
        <a:ext cx="4526280" cy="1207008"/>
      </dsp:txXfrm>
    </dsp:sp>
    <dsp:sp modelId="{F6FECCCC-5750-4B2F-9C28-2C28BBE1A35B}">
      <dsp:nvSpPr>
        <dsp:cNvPr id="0" name=""/>
        <dsp:cNvSpPr/>
      </dsp:nvSpPr>
      <dsp:spPr>
        <a:xfrm>
          <a:off x="5920374" y="2162556"/>
          <a:ext cx="4138025" cy="12070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7742" tIns="127742" rIns="127742" bIns="127742" numCol="1" spcCol="1270" anchor="ctr" anchorCtr="0">
          <a:noAutofit/>
        </a:bodyPr>
        <a:lstStyle/>
        <a:p>
          <a:pPr marL="0" lvl="0" indent="0" algn="l" defTabSz="800100">
            <a:lnSpc>
              <a:spcPct val="100000"/>
            </a:lnSpc>
            <a:spcBef>
              <a:spcPct val="0"/>
            </a:spcBef>
            <a:spcAft>
              <a:spcPct val="35000"/>
            </a:spcAft>
            <a:buNone/>
          </a:pPr>
          <a:r>
            <a:rPr lang="en-US" sz="1800" kern="1200"/>
            <a:t>Relied on extra documentation and resources to understand slightly-different-than-in-class implementation</a:t>
          </a:r>
        </a:p>
      </dsp:txBody>
      <dsp:txXfrm>
        <a:off x="5920374" y="2162556"/>
        <a:ext cx="4138025" cy="120700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ABFD64B-8065-4198-B701-27BDADEA8F49}">
      <dsp:nvSpPr>
        <dsp:cNvPr id="0" name=""/>
        <dsp:cNvSpPr/>
      </dsp:nvSpPr>
      <dsp:spPr>
        <a:xfrm>
          <a:off x="0" y="653795"/>
          <a:ext cx="10058399" cy="120700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0F0FD5A-D070-4B4C-A48B-46B82AF4669A}">
      <dsp:nvSpPr>
        <dsp:cNvPr id="0" name=""/>
        <dsp:cNvSpPr/>
      </dsp:nvSpPr>
      <dsp:spPr>
        <a:xfrm>
          <a:off x="365119" y="925372"/>
          <a:ext cx="663854" cy="66385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5E6119B-851A-4C9D-9942-DCC4ED07A265}">
      <dsp:nvSpPr>
        <dsp:cNvPr id="0" name=""/>
        <dsp:cNvSpPr/>
      </dsp:nvSpPr>
      <dsp:spPr>
        <a:xfrm>
          <a:off x="1394094" y="653795"/>
          <a:ext cx="4526280" cy="12070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7742" tIns="127742" rIns="127742" bIns="127742" numCol="1" spcCol="1270" anchor="ctr" anchorCtr="0">
          <a:noAutofit/>
        </a:bodyPr>
        <a:lstStyle/>
        <a:p>
          <a:pPr marL="0" lvl="0" indent="0" algn="l" defTabSz="1111250">
            <a:lnSpc>
              <a:spcPct val="100000"/>
            </a:lnSpc>
            <a:spcBef>
              <a:spcPct val="0"/>
            </a:spcBef>
            <a:spcAft>
              <a:spcPct val="35000"/>
            </a:spcAft>
            <a:buNone/>
          </a:pPr>
          <a:r>
            <a:rPr lang="en-US" sz="2500" kern="1200"/>
            <a:t>JSON use</a:t>
          </a:r>
        </a:p>
      </dsp:txBody>
      <dsp:txXfrm>
        <a:off x="1394094" y="653795"/>
        <a:ext cx="4526280" cy="1207008"/>
      </dsp:txXfrm>
    </dsp:sp>
    <dsp:sp modelId="{A5096964-D2D5-4A75-9806-F24FF2D36E18}">
      <dsp:nvSpPr>
        <dsp:cNvPr id="0" name=""/>
        <dsp:cNvSpPr/>
      </dsp:nvSpPr>
      <dsp:spPr>
        <a:xfrm>
          <a:off x="5920374" y="653795"/>
          <a:ext cx="4138025" cy="12070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7742" tIns="127742" rIns="127742" bIns="127742" numCol="1" spcCol="1270" anchor="ctr" anchorCtr="0">
          <a:noAutofit/>
        </a:bodyPr>
        <a:lstStyle/>
        <a:p>
          <a:pPr marL="0" lvl="0" indent="0" algn="l" defTabSz="800100">
            <a:lnSpc>
              <a:spcPct val="100000"/>
            </a:lnSpc>
            <a:spcBef>
              <a:spcPct val="0"/>
            </a:spcBef>
            <a:spcAft>
              <a:spcPct val="35000"/>
            </a:spcAft>
            <a:buNone/>
          </a:pPr>
          <a:r>
            <a:rPr lang="en-US" sz="1800" kern="1200"/>
            <a:t>Struggled initially with translating between dictionaries and JSON</a:t>
          </a:r>
        </a:p>
      </dsp:txBody>
      <dsp:txXfrm>
        <a:off x="5920374" y="653795"/>
        <a:ext cx="4138025" cy="1207008"/>
      </dsp:txXfrm>
    </dsp:sp>
    <dsp:sp modelId="{07D726CB-13D8-491C-BC68-C8695BE5022C}">
      <dsp:nvSpPr>
        <dsp:cNvPr id="0" name=""/>
        <dsp:cNvSpPr/>
      </dsp:nvSpPr>
      <dsp:spPr>
        <a:xfrm>
          <a:off x="0" y="2162556"/>
          <a:ext cx="10058399" cy="120700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8AD2C97-3B52-4560-A48A-C7D11BFB81B4}">
      <dsp:nvSpPr>
        <dsp:cNvPr id="0" name=""/>
        <dsp:cNvSpPr/>
      </dsp:nvSpPr>
      <dsp:spPr>
        <a:xfrm>
          <a:off x="365119" y="2434132"/>
          <a:ext cx="663854" cy="66385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CF8D4F8-AC50-4D19-8B05-4612644BF80D}">
      <dsp:nvSpPr>
        <dsp:cNvPr id="0" name=""/>
        <dsp:cNvSpPr/>
      </dsp:nvSpPr>
      <dsp:spPr>
        <a:xfrm>
          <a:off x="1394094" y="2162556"/>
          <a:ext cx="4526280" cy="12070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7742" tIns="127742" rIns="127742" bIns="127742" numCol="1" spcCol="1270" anchor="ctr" anchorCtr="0">
          <a:noAutofit/>
        </a:bodyPr>
        <a:lstStyle/>
        <a:p>
          <a:pPr marL="0" lvl="0" indent="0" algn="l" defTabSz="1111250">
            <a:lnSpc>
              <a:spcPct val="100000"/>
            </a:lnSpc>
            <a:spcBef>
              <a:spcPct val="0"/>
            </a:spcBef>
            <a:spcAft>
              <a:spcPct val="35000"/>
            </a:spcAft>
            <a:buNone/>
          </a:pPr>
          <a:r>
            <a:rPr lang="en-US" sz="2500" kern="1200"/>
            <a:t>VS Code configuration</a:t>
          </a:r>
        </a:p>
      </dsp:txBody>
      <dsp:txXfrm>
        <a:off x="1394094" y="2162556"/>
        <a:ext cx="4526280" cy="1207008"/>
      </dsp:txXfrm>
    </dsp:sp>
    <dsp:sp modelId="{C0253C8B-C92D-4C2D-9BD4-A8EB9BBA0857}">
      <dsp:nvSpPr>
        <dsp:cNvPr id="0" name=""/>
        <dsp:cNvSpPr/>
      </dsp:nvSpPr>
      <dsp:spPr>
        <a:xfrm>
          <a:off x="5920374" y="2162556"/>
          <a:ext cx="4138025" cy="12070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7742" tIns="127742" rIns="127742" bIns="127742" numCol="1" spcCol="1270" anchor="ctr" anchorCtr="0">
          <a:noAutofit/>
        </a:bodyPr>
        <a:lstStyle/>
        <a:p>
          <a:pPr marL="0" lvl="0" indent="0" algn="l" defTabSz="800100">
            <a:lnSpc>
              <a:spcPct val="100000"/>
            </a:lnSpc>
            <a:spcBef>
              <a:spcPct val="0"/>
            </a:spcBef>
            <a:spcAft>
              <a:spcPct val="35000"/>
            </a:spcAft>
            <a:buNone/>
          </a:pPr>
          <a:r>
            <a:rPr lang="en-US" sz="1800" kern="1200"/>
            <a:t>Pytest wouldn’t run in VS Code, needed an older implementation of python</a:t>
          </a:r>
        </a:p>
      </dsp:txBody>
      <dsp:txXfrm>
        <a:off x="5920374" y="2162556"/>
        <a:ext cx="4138025" cy="120700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A40BECE-54D0-45FB-988D-E6416A4BC0FF}">
      <dsp:nvSpPr>
        <dsp:cNvPr id="0" name=""/>
        <dsp:cNvSpPr/>
      </dsp:nvSpPr>
      <dsp:spPr>
        <a:xfrm>
          <a:off x="0" y="1408176"/>
          <a:ext cx="10058399" cy="120700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4185DAC-AD57-4983-96D1-9712DFFBCA73}">
      <dsp:nvSpPr>
        <dsp:cNvPr id="0" name=""/>
        <dsp:cNvSpPr/>
      </dsp:nvSpPr>
      <dsp:spPr>
        <a:xfrm>
          <a:off x="365119" y="1679752"/>
          <a:ext cx="663854" cy="66385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1325AED-3C63-4DFB-8002-72156149A262}">
      <dsp:nvSpPr>
        <dsp:cNvPr id="0" name=""/>
        <dsp:cNvSpPr/>
      </dsp:nvSpPr>
      <dsp:spPr>
        <a:xfrm>
          <a:off x="1394094" y="1408176"/>
          <a:ext cx="4526280" cy="12070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7742" tIns="127742" rIns="127742" bIns="127742" numCol="1" spcCol="1270" anchor="ctr" anchorCtr="0">
          <a:noAutofit/>
        </a:bodyPr>
        <a:lstStyle/>
        <a:p>
          <a:pPr marL="0" lvl="0" indent="0" algn="l" defTabSz="1111250">
            <a:lnSpc>
              <a:spcPct val="100000"/>
            </a:lnSpc>
            <a:spcBef>
              <a:spcPct val="0"/>
            </a:spcBef>
            <a:spcAft>
              <a:spcPct val="35000"/>
            </a:spcAft>
            <a:buNone/>
          </a:pPr>
          <a:r>
            <a:rPr lang="en-US" sz="2500" kern="1200"/>
            <a:t>Scope</a:t>
          </a:r>
        </a:p>
      </dsp:txBody>
      <dsp:txXfrm>
        <a:off x="1394094" y="1408176"/>
        <a:ext cx="4526280" cy="1207008"/>
      </dsp:txXfrm>
    </dsp:sp>
    <dsp:sp modelId="{7D7E5306-0381-4091-9F66-3FE2978A6A9C}">
      <dsp:nvSpPr>
        <dsp:cNvPr id="0" name=""/>
        <dsp:cNvSpPr/>
      </dsp:nvSpPr>
      <dsp:spPr>
        <a:xfrm>
          <a:off x="5920374" y="1408176"/>
          <a:ext cx="4138025" cy="12070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7742" tIns="127742" rIns="127742" bIns="127742" numCol="1" spcCol="1270" anchor="ctr" anchorCtr="0">
          <a:noAutofit/>
        </a:bodyPr>
        <a:lstStyle/>
        <a:p>
          <a:pPr marL="0" lvl="0" indent="0" algn="l" defTabSz="622300">
            <a:lnSpc>
              <a:spcPct val="100000"/>
            </a:lnSpc>
            <a:spcBef>
              <a:spcPct val="0"/>
            </a:spcBef>
            <a:spcAft>
              <a:spcPct val="35000"/>
            </a:spcAft>
            <a:buNone/>
          </a:pPr>
          <a:r>
            <a:rPr lang="en-US" sz="1400" kern="1200"/>
            <a:t>Trouble with setup and file handling meant starting on core functionality, all in one unfactored block, with lots of placeholder comments.  Ended up having to rework once actually accessing file path</a:t>
          </a:r>
        </a:p>
      </dsp:txBody>
      <dsp:txXfrm>
        <a:off x="5920374" y="1408176"/>
        <a:ext cx="4138025" cy="1207008"/>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A40BECE-54D0-45FB-988D-E6416A4BC0FF}">
      <dsp:nvSpPr>
        <dsp:cNvPr id="0" name=""/>
        <dsp:cNvSpPr/>
      </dsp:nvSpPr>
      <dsp:spPr>
        <a:xfrm>
          <a:off x="0" y="653795"/>
          <a:ext cx="10058399" cy="120700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4185DAC-AD57-4983-96D1-9712DFFBCA73}">
      <dsp:nvSpPr>
        <dsp:cNvPr id="0" name=""/>
        <dsp:cNvSpPr/>
      </dsp:nvSpPr>
      <dsp:spPr>
        <a:xfrm>
          <a:off x="365119" y="925372"/>
          <a:ext cx="663854" cy="66385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1325AED-3C63-4DFB-8002-72156149A262}">
      <dsp:nvSpPr>
        <dsp:cNvPr id="0" name=""/>
        <dsp:cNvSpPr/>
      </dsp:nvSpPr>
      <dsp:spPr>
        <a:xfrm>
          <a:off x="1394094" y="653795"/>
          <a:ext cx="4526280" cy="12070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7742" tIns="127742" rIns="127742" bIns="127742" numCol="1" spcCol="1270" anchor="ctr" anchorCtr="0">
          <a:noAutofit/>
        </a:bodyPr>
        <a:lstStyle/>
        <a:p>
          <a:pPr marL="0" lvl="0" indent="0" algn="l" defTabSz="1111250">
            <a:lnSpc>
              <a:spcPct val="100000"/>
            </a:lnSpc>
            <a:spcBef>
              <a:spcPct val="0"/>
            </a:spcBef>
            <a:spcAft>
              <a:spcPct val="35000"/>
            </a:spcAft>
            <a:buNone/>
          </a:pPr>
          <a:r>
            <a:rPr lang="en-US" sz="2500" kern="1200"/>
            <a:t>Set up environment first</a:t>
          </a:r>
        </a:p>
      </dsp:txBody>
      <dsp:txXfrm>
        <a:off x="1394094" y="653795"/>
        <a:ext cx="4526280" cy="1207008"/>
      </dsp:txXfrm>
    </dsp:sp>
    <dsp:sp modelId="{7D7E5306-0381-4091-9F66-3FE2978A6A9C}">
      <dsp:nvSpPr>
        <dsp:cNvPr id="0" name=""/>
        <dsp:cNvSpPr/>
      </dsp:nvSpPr>
      <dsp:spPr>
        <a:xfrm>
          <a:off x="5920374" y="653795"/>
          <a:ext cx="4138025" cy="12070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7742" tIns="127742" rIns="127742" bIns="127742" numCol="1" spcCol="1270" anchor="ctr" anchorCtr="0">
          <a:noAutofit/>
        </a:bodyPr>
        <a:lstStyle/>
        <a:p>
          <a:pPr marL="0" lvl="0" indent="0" algn="l" defTabSz="800100">
            <a:lnSpc>
              <a:spcPct val="100000"/>
            </a:lnSpc>
            <a:spcBef>
              <a:spcPct val="0"/>
            </a:spcBef>
            <a:spcAft>
              <a:spcPct val="35000"/>
            </a:spcAft>
            <a:buNone/>
          </a:pPr>
          <a:r>
            <a:rPr lang="en-US" sz="1800" kern="1200"/>
            <a:t>Make sure python interpreter and testing work at the beginning to avoid rewriting code later</a:t>
          </a:r>
        </a:p>
      </dsp:txBody>
      <dsp:txXfrm>
        <a:off x="5920374" y="653795"/>
        <a:ext cx="4138025" cy="1207008"/>
      </dsp:txXfrm>
    </dsp:sp>
    <dsp:sp modelId="{4780641A-A49F-4354-8D3F-47BB0996A635}">
      <dsp:nvSpPr>
        <dsp:cNvPr id="0" name=""/>
        <dsp:cNvSpPr/>
      </dsp:nvSpPr>
      <dsp:spPr>
        <a:xfrm>
          <a:off x="0" y="2162556"/>
          <a:ext cx="10058399" cy="120700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4DDD568-D41F-48D5-AC4B-C526EA374528}">
      <dsp:nvSpPr>
        <dsp:cNvPr id="0" name=""/>
        <dsp:cNvSpPr/>
      </dsp:nvSpPr>
      <dsp:spPr>
        <a:xfrm>
          <a:off x="365119" y="2434132"/>
          <a:ext cx="663854" cy="66385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D1FE4FA-B923-4F1B-87A1-AE5553AA1DEF}">
      <dsp:nvSpPr>
        <dsp:cNvPr id="0" name=""/>
        <dsp:cNvSpPr/>
      </dsp:nvSpPr>
      <dsp:spPr>
        <a:xfrm>
          <a:off x="1394094" y="2162556"/>
          <a:ext cx="4526280" cy="12070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7742" tIns="127742" rIns="127742" bIns="127742" numCol="1" spcCol="1270" anchor="ctr" anchorCtr="0">
          <a:noAutofit/>
        </a:bodyPr>
        <a:lstStyle/>
        <a:p>
          <a:pPr marL="0" lvl="0" indent="0" algn="l" defTabSz="1111250">
            <a:lnSpc>
              <a:spcPct val="100000"/>
            </a:lnSpc>
            <a:spcBef>
              <a:spcPct val="0"/>
            </a:spcBef>
            <a:spcAft>
              <a:spcPct val="35000"/>
            </a:spcAft>
            <a:buNone/>
          </a:pPr>
          <a:r>
            <a:rPr lang="en-US" sz="2500" kern="1200"/>
            <a:t>Start in small scale</a:t>
          </a:r>
        </a:p>
      </dsp:txBody>
      <dsp:txXfrm>
        <a:off x="1394094" y="2162556"/>
        <a:ext cx="4526280" cy="1207008"/>
      </dsp:txXfrm>
    </dsp:sp>
    <dsp:sp modelId="{FB67EE5C-7A43-4DAE-9AC2-21A93919BF13}">
      <dsp:nvSpPr>
        <dsp:cNvPr id="0" name=""/>
        <dsp:cNvSpPr/>
      </dsp:nvSpPr>
      <dsp:spPr>
        <a:xfrm>
          <a:off x="5920374" y="2162556"/>
          <a:ext cx="4138025" cy="12070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7742" tIns="127742" rIns="127742" bIns="127742" numCol="1" spcCol="1270" anchor="ctr" anchorCtr="0">
          <a:noAutofit/>
        </a:bodyPr>
        <a:lstStyle/>
        <a:p>
          <a:pPr marL="0" lvl="0" indent="0" algn="l" defTabSz="800100">
            <a:lnSpc>
              <a:spcPct val="100000"/>
            </a:lnSpc>
            <a:spcBef>
              <a:spcPct val="0"/>
            </a:spcBef>
            <a:spcAft>
              <a:spcPct val="35000"/>
            </a:spcAft>
            <a:buNone/>
          </a:pPr>
          <a:r>
            <a:rPr lang="en-US" sz="1800" kern="1200"/>
            <a:t>Make sure a file can be read at all before trying to write to it</a:t>
          </a:r>
        </a:p>
      </dsp:txBody>
      <dsp:txXfrm>
        <a:off x="5920374" y="2162556"/>
        <a:ext cx="4138025" cy="1207008"/>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 y="6334316"/>
            <a:ext cx="12192000"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193D35F-4FC7-4102-B63D-2596B903238B}" type="datetimeFigureOut">
              <a:rPr lang="en-US" smtClean="0"/>
              <a:t>7/3/2026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526D99A-BA1F-4AC0-92F8-224ABBFFC5AC}"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336720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193D35F-4FC7-4102-B63D-2596B903238B}" type="datetimeFigureOut">
              <a:rPr lang="en-US" smtClean="0"/>
              <a:t>7/3/2026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526D99A-BA1F-4AC0-92F8-224ABBFFC5AC}" type="slidenum">
              <a:rPr lang="en-US" smtClean="0"/>
              <a:t>‹#›</a:t>
            </a:fld>
            <a:endParaRPr lang="en-US"/>
          </a:p>
        </p:txBody>
      </p:sp>
    </p:spTree>
    <p:extLst>
      <p:ext uri="{BB962C8B-B14F-4D97-AF65-F5344CB8AC3E}">
        <p14:creationId xmlns:p14="http://schemas.microsoft.com/office/powerpoint/2010/main" val="9287388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193D35F-4FC7-4102-B63D-2596B903238B}" type="datetimeFigureOut">
              <a:rPr lang="en-US" smtClean="0"/>
              <a:t>7/3/2026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526D99A-BA1F-4AC0-92F8-224ABBFFC5AC}"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622631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1845734"/>
            <a:ext cx="4937760" cy="40233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193D35F-4FC7-4102-B63D-2596B903238B}" type="datetimeFigureOut">
              <a:rPr lang="en-US" smtClean="0"/>
              <a:t>7/3/2026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526D99A-BA1F-4AC0-92F8-224ABBFFC5AC}" type="slidenum">
              <a:rPr lang="en-US" smtClean="0"/>
              <a:t>‹#›</a:t>
            </a:fld>
            <a:endParaRPr lang="en-US"/>
          </a:p>
        </p:txBody>
      </p:sp>
    </p:spTree>
    <p:extLst>
      <p:ext uri="{BB962C8B-B14F-4D97-AF65-F5344CB8AC3E}">
        <p14:creationId xmlns:p14="http://schemas.microsoft.com/office/powerpoint/2010/main" val="35569675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5"/>
            <a:ext cx="493776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193D35F-4FC7-4102-B63D-2596B903238B}" type="datetimeFigureOut">
              <a:rPr lang="en-US" smtClean="0"/>
              <a:t>7/3/2026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526D99A-BA1F-4AC0-92F8-224ABBFFC5AC}" type="slidenum">
              <a:rPr lang="en-US" smtClean="0"/>
              <a:t>‹#›</a:t>
            </a:fld>
            <a:endParaRPr lang="en-US"/>
          </a:p>
        </p:txBody>
      </p:sp>
    </p:spTree>
    <p:extLst>
      <p:ext uri="{BB962C8B-B14F-4D97-AF65-F5344CB8AC3E}">
        <p14:creationId xmlns:p14="http://schemas.microsoft.com/office/powerpoint/2010/main" val="20347894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193D35F-4FC7-4102-B63D-2596B903238B}" type="datetimeFigureOut">
              <a:rPr lang="en-US" smtClean="0"/>
              <a:t>7/3/2026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526D99A-BA1F-4AC0-92F8-224ABBFFC5AC}" type="slidenum">
              <a:rPr lang="en-US" smtClean="0"/>
              <a:t>‹#›</a:t>
            </a:fld>
            <a:endParaRPr lang="en-US"/>
          </a:p>
        </p:txBody>
      </p:sp>
    </p:spTree>
    <p:extLst>
      <p:ext uri="{BB962C8B-B14F-4D97-AF65-F5344CB8AC3E}">
        <p14:creationId xmlns:p14="http://schemas.microsoft.com/office/powerpoint/2010/main" val="36298952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C193D35F-4FC7-4102-B63D-2596B903238B}" type="datetimeFigureOut">
              <a:rPr lang="en-US" smtClean="0"/>
              <a:t>7/3/2026</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A526D99A-BA1F-4AC0-92F8-224ABBFFC5AC}" type="slidenum">
              <a:rPr lang="en-US" smtClean="0"/>
              <a:t>‹#›</a:t>
            </a:fld>
            <a:endParaRPr lang="en-US"/>
          </a:p>
        </p:txBody>
      </p:sp>
    </p:spTree>
    <p:extLst>
      <p:ext uri="{BB962C8B-B14F-4D97-AF65-F5344CB8AC3E}">
        <p14:creationId xmlns:p14="http://schemas.microsoft.com/office/powerpoint/2010/main" val="6390932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C193D35F-4FC7-4102-B63D-2596B903238B}" type="datetimeFigureOut">
              <a:rPr lang="en-US" smtClean="0"/>
              <a:t>7/3/2026</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A526D99A-BA1F-4AC0-92F8-224ABBFFC5AC}" type="slidenum">
              <a:rPr lang="en-US" smtClean="0"/>
              <a:t>‹#›</a:t>
            </a:fld>
            <a:endParaRPr lang="en-US"/>
          </a:p>
        </p:txBody>
      </p:sp>
    </p:spTree>
    <p:extLst>
      <p:ext uri="{BB962C8B-B14F-4D97-AF65-F5344CB8AC3E}">
        <p14:creationId xmlns:p14="http://schemas.microsoft.com/office/powerpoint/2010/main" val="23601890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193D35F-4FC7-4102-B63D-2596B903238B}" type="datetimeFigureOut">
              <a:rPr lang="en-US" smtClean="0"/>
              <a:t>7/3/2026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526D99A-BA1F-4AC0-92F8-224ABBFFC5AC}" type="slidenum">
              <a:rPr lang="en-US" smtClean="0"/>
              <a:t>‹#›</a:t>
            </a:fld>
            <a:endParaRPr lang="en-US"/>
          </a:p>
        </p:txBody>
      </p:sp>
    </p:spTree>
    <p:extLst>
      <p:ext uri="{BB962C8B-B14F-4D97-AF65-F5344CB8AC3E}">
        <p14:creationId xmlns:p14="http://schemas.microsoft.com/office/powerpoint/2010/main" val="19332934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193D35F-4FC7-4102-B63D-2596B903238B}" type="datetimeFigureOut">
              <a:rPr lang="en-US" smtClean="0"/>
              <a:t>7/3/2026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526D99A-BA1F-4AC0-92F8-224ABBFFC5AC}" type="slidenum">
              <a:rPr lang="en-US" smtClean="0"/>
              <a:t>‹#›</a:t>
            </a:fld>
            <a:endParaRPr lang="en-US"/>
          </a:p>
        </p:txBody>
      </p:sp>
    </p:spTree>
    <p:extLst>
      <p:ext uri="{BB962C8B-B14F-4D97-AF65-F5344CB8AC3E}">
        <p14:creationId xmlns:p14="http://schemas.microsoft.com/office/powerpoint/2010/main" val="3183954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193D35F-4FC7-4102-B63D-2596B903238B}" type="datetimeFigureOut">
              <a:rPr lang="en-US" smtClean="0"/>
              <a:t>7/3/2026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526D99A-BA1F-4AC0-92F8-224ABBFFC5AC}" type="slidenum">
              <a:rPr lang="en-US" smtClean="0"/>
              <a:t>‹#›</a:t>
            </a:fld>
            <a:endParaRPr lang="en-US"/>
          </a:p>
        </p:txBody>
      </p:sp>
    </p:spTree>
    <p:extLst>
      <p:ext uri="{BB962C8B-B14F-4D97-AF65-F5344CB8AC3E}">
        <p14:creationId xmlns:p14="http://schemas.microsoft.com/office/powerpoint/2010/main" val="30061481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C193D35F-4FC7-4102-B63D-2596B903238B}" type="datetimeFigureOut">
              <a:rPr lang="en-US" smtClean="0"/>
              <a:t>7/3/2026</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A526D99A-BA1F-4AC0-92F8-224ABBFFC5AC}"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08965374"/>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EB8A1B5F-0801-4AFF-A489-335B6A851F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5" name="Rectangle 24">
            <a:extLst>
              <a:ext uri="{FF2B5EF4-FFF2-40B4-BE49-F238E27FC236}">
                <a16:creationId xmlns:a16="http://schemas.microsoft.com/office/drawing/2014/main" id="{06201B52-6441-4DBA-BACE-2359775817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334316"/>
            <a:ext cx="12192000"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cxnSp>
        <p:nvCxnSpPr>
          <p:cNvPr id="26" name="Straight Connector 25">
            <a:extLst>
              <a:ext uri="{FF2B5EF4-FFF2-40B4-BE49-F238E27FC236}">
                <a16:creationId xmlns:a16="http://schemas.microsoft.com/office/drawing/2014/main" id="{89DF3DBB-17DD-4058-A944-5578E18A031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7" name="Rectangle 26">
            <a:extLst>
              <a:ext uri="{FF2B5EF4-FFF2-40B4-BE49-F238E27FC236}">
                <a16:creationId xmlns:a16="http://schemas.microsoft.com/office/drawing/2014/main" id="{17D48500-E19A-4BAD-9A4A-6ED83BB73F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D513B70-7ACA-FD6F-39A5-8558B69C2FA4}"/>
              </a:ext>
            </a:extLst>
          </p:cNvPr>
          <p:cNvSpPr>
            <a:spLocks noGrp="1"/>
          </p:cNvSpPr>
          <p:nvPr>
            <p:ph type="title"/>
          </p:nvPr>
        </p:nvSpPr>
        <p:spPr>
          <a:xfrm>
            <a:off x="5138928" y="988741"/>
            <a:ext cx="6248416" cy="4880518"/>
          </a:xfrm>
          <a:noFill/>
          <a:ln>
            <a:noFill/>
          </a:ln>
        </p:spPr>
        <p:txBody>
          <a:bodyPr vert="horz" wrap="square" lIns="91440" tIns="45720" rIns="91440" bIns="45720" rtlCol="0" anchor="ctr">
            <a:normAutofit/>
          </a:bodyPr>
          <a:lstStyle/>
          <a:p>
            <a:r>
              <a:rPr lang="en-US" sz="6000" dirty="0">
                <a:solidFill>
                  <a:srgbClr val="FFFFFF"/>
                </a:solidFill>
              </a:rPr>
              <a:t>Dog Clinic Registration:</a:t>
            </a:r>
            <a:br>
              <a:rPr lang="en-US" sz="5400" dirty="0">
                <a:solidFill>
                  <a:srgbClr val="FFFFFF"/>
                </a:solidFill>
              </a:rPr>
            </a:br>
            <a:r>
              <a:rPr lang="en-US" sz="4800" dirty="0">
                <a:solidFill>
                  <a:srgbClr val="FFFFFF"/>
                </a:solidFill>
              </a:rPr>
              <a:t>register and search humans and dogs</a:t>
            </a:r>
            <a:endParaRPr lang="en-US" sz="5400" dirty="0">
              <a:solidFill>
                <a:srgbClr val="FFFFFF"/>
              </a:solidFill>
            </a:endParaRPr>
          </a:p>
        </p:txBody>
      </p:sp>
      <p:sp>
        <p:nvSpPr>
          <p:cNvPr id="28" name="Rectangle 27">
            <a:extLst>
              <a:ext uri="{FF2B5EF4-FFF2-40B4-BE49-F238E27FC236}">
                <a16:creationId xmlns:a16="http://schemas.microsoft.com/office/drawing/2014/main" id="{E879263E-7781-443B-B383-34A6A6BD50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438656" cy="6858000"/>
          </a:xfrm>
          <a:prstGeom prst="rect">
            <a:avLst/>
          </a:prstGeom>
          <a:solidFill>
            <a:schemeClr val="bg2">
              <a:alpha val="70000"/>
            </a:schemeClr>
          </a:solidFill>
          <a:ln>
            <a:noFill/>
          </a:ln>
        </p:spPr>
        <p:style>
          <a:lnRef idx="2">
            <a:schemeClr val="accent1">
              <a:shade val="50000"/>
            </a:schemeClr>
          </a:lnRef>
          <a:fillRef idx="1003">
            <a:schemeClr val="lt1"/>
          </a:fillRef>
          <a:effectRef idx="0">
            <a:schemeClr val="accent1"/>
          </a:effectRef>
          <a:fontRef idx="minor">
            <a:schemeClr val="lt1"/>
          </a:fontRef>
        </p:style>
        <p:txBody>
          <a:bodyPr rtlCol="0" anchor="ctr"/>
          <a:lstStyle/>
          <a:p>
            <a:pPr algn="ctr"/>
            <a:endParaRPr lang="en-US">
              <a:solidFill>
                <a:schemeClr val="accent2"/>
              </a:solidFill>
            </a:endParaRPr>
          </a:p>
        </p:txBody>
      </p:sp>
      <p:sp>
        <p:nvSpPr>
          <p:cNvPr id="29" name="Rectangle 28">
            <a:extLst>
              <a:ext uri="{FF2B5EF4-FFF2-40B4-BE49-F238E27FC236}">
                <a16:creationId xmlns:a16="http://schemas.microsoft.com/office/drawing/2014/main" id="{C30DE1BD-C9C5-48F0-960E-9E9EB2CE6D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38656" y="0"/>
            <a:ext cx="3215640" cy="6858000"/>
          </a:xfrm>
          <a:prstGeom prst="rect">
            <a:avLst/>
          </a:prstGeom>
          <a:solidFill>
            <a:schemeClr val="bg2">
              <a:lumMod val="75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a:extLst>
              <a:ext uri="{FF2B5EF4-FFF2-40B4-BE49-F238E27FC236}">
                <a16:creationId xmlns:a16="http://schemas.microsoft.com/office/drawing/2014/main" id="{81B5DB22-0CBC-12FB-138D-39E86954ECC8}"/>
              </a:ext>
            </a:extLst>
          </p:cNvPr>
          <p:cNvSpPr>
            <a:spLocks noGrp="1"/>
          </p:cNvSpPr>
          <p:nvPr>
            <p:ph type="body" idx="1"/>
          </p:nvPr>
        </p:nvSpPr>
        <p:spPr>
          <a:xfrm>
            <a:off x="1867700" y="2007220"/>
            <a:ext cx="2357553" cy="2843560"/>
          </a:xfrm>
        </p:spPr>
        <p:txBody>
          <a:bodyPr vert="horz" lIns="91440" tIns="45720" rIns="91440" bIns="45720" rtlCol="0" anchor="ctr">
            <a:normAutofit/>
          </a:bodyPr>
          <a:lstStyle/>
          <a:p>
            <a:pPr algn="r"/>
            <a:r>
              <a:rPr lang="en-US" dirty="0">
                <a:solidFill>
                  <a:schemeClr val="tx1"/>
                </a:solidFill>
              </a:rPr>
              <a:t>Daniel Shiloh</a:t>
            </a:r>
          </a:p>
        </p:txBody>
      </p:sp>
    </p:spTree>
    <p:extLst>
      <p:ext uri="{BB962C8B-B14F-4D97-AF65-F5344CB8AC3E}">
        <p14:creationId xmlns:p14="http://schemas.microsoft.com/office/powerpoint/2010/main" val="2298063020"/>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4B2811D-A3A3-85F7-47D5-242800019246}"/>
              </a:ext>
            </a:extLst>
          </p:cNvPr>
          <p:cNvSpPr>
            <a:spLocks noGrp="1"/>
          </p:cNvSpPr>
          <p:nvPr>
            <p:ph type="title"/>
          </p:nvPr>
        </p:nvSpPr>
        <p:spPr/>
        <p:txBody>
          <a:bodyPr/>
          <a:lstStyle/>
          <a:p>
            <a:r>
              <a:rPr lang="en-US" dirty="0"/>
              <a:t>What Went Right</a:t>
            </a:r>
          </a:p>
        </p:txBody>
      </p:sp>
      <p:graphicFrame>
        <p:nvGraphicFramePr>
          <p:cNvPr id="7" name="Content Placeholder 4">
            <a:extLst>
              <a:ext uri="{FF2B5EF4-FFF2-40B4-BE49-F238E27FC236}">
                <a16:creationId xmlns:a16="http://schemas.microsoft.com/office/drawing/2014/main" id="{7BC64C73-4C5D-89BF-B1A7-A5FFDD6A9CCF}"/>
              </a:ext>
            </a:extLst>
          </p:cNvPr>
          <p:cNvGraphicFramePr>
            <a:graphicFrameLocks noGrp="1"/>
          </p:cNvGraphicFramePr>
          <p:nvPr>
            <p:ph idx="1"/>
          </p:nvPr>
        </p:nvGraphicFramePr>
        <p:xfrm>
          <a:off x="1097280" y="1845734"/>
          <a:ext cx="10058400" cy="402336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3457600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B2DDB4-7E72-F753-B8CB-5A11876918B4}"/>
              </a:ext>
            </a:extLst>
          </p:cNvPr>
          <p:cNvSpPr>
            <a:spLocks noGrp="1"/>
          </p:cNvSpPr>
          <p:nvPr>
            <p:ph type="title"/>
          </p:nvPr>
        </p:nvSpPr>
        <p:spPr/>
        <p:txBody>
          <a:bodyPr/>
          <a:lstStyle/>
          <a:p>
            <a:r>
              <a:rPr lang="en-US" dirty="0"/>
              <a:t>What Needs Improvement</a:t>
            </a:r>
          </a:p>
        </p:txBody>
      </p:sp>
      <p:graphicFrame>
        <p:nvGraphicFramePr>
          <p:cNvPr id="5" name="Content Placeholder 2">
            <a:extLst>
              <a:ext uri="{FF2B5EF4-FFF2-40B4-BE49-F238E27FC236}">
                <a16:creationId xmlns:a16="http://schemas.microsoft.com/office/drawing/2014/main" id="{8A0E5284-E573-4430-3D42-3ABD82345636}"/>
              </a:ext>
            </a:extLst>
          </p:cNvPr>
          <p:cNvGraphicFramePr>
            <a:graphicFrameLocks noGrp="1"/>
          </p:cNvGraphicFramePr>
          <p:nvPr>
            <p:ph idx="1"/>
          </p:nvPr>
        </p:nvGraphicFramePr>
        <p:xfrm>
          <a:off x="1097280" y="1845734"/>
          <a:ext cx="10058400" cy="402336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2267163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B375F8-2F29-71A7-E7EF-08518418F7DE}"/>
              </a:ext>
            </a:extLst>
          </p:cNvPr>
          <p:cNvSpPr>
            <a:spLocks noGrp="1"/>
          </p:cNvSpPr>
          <p:nvPr>
            <p:ph type="title"/>
          </p:nvPr>
        </p:nvSpPr>
        <p:spPr/>
        <p:txBody>
          <a:bodyPr/>
          <a:lstStyle/>
          <a:p>
            <a:r>
              <a:rPr lang="en-US" dirty="0"/>
              <a:t>Risk and Change Management</a:t>
            </a:r>
          </a:p>
        </p:txBody>
      </p:sp>
      <p:graphicFrame>
        <p:nvGraphicFramePr>
          <p:cNvPr id="5" name="Content Placeholder 2">
            <a:extLst>
              <a:ext uri="{FF2B5EF4-FFF2-40B4-BE49-F238E27FC236}">
                <a16:creationId xmlns:a16="http://schemas.microsoft.com/office/drawing/2014/main" id="{D47C48B7-8284-6646-3E9E-E74FF578A413}"/>
              </a:ext>
            </a:extLst>
          </p:cNvPr>
          <p:cNvGraphicFramePr>
            <a:graphicFrameLocks noGrp="1"/>
          </p:cNvGraphicFramePr>
          <p:nvPr>
            <p:ph idx="1"/>
            <p:extLst>
              <p:ext uri="{D42A27DB-BD31-4B8C-83A1-F6EECF244321}">
                <p14:modId xmlns:p14="http://schemas.microsoft.com/office/powerpoint/2010/main" val="2414973293"/>
              </p:ext>
            </p:extLst>
          </p:nvPr>
        </p:nvGraphicFramePr>
        <p:xfrm>
          <a:off x="1097280" y="1845734"/>
          <a:ext cx="10058400" cy="402336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9824242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5D39FC-49BE-F5E9-E638-2A54FA1350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345BEC-202B-03E0-F540-B30ABCF4722E}"/>
              </a:ext>
            </a:extLst>
          </p:cNvPr>
          <p:cNvSpPr>
            <a:spLocks noGrp="1"/>
          </p:cNvSpPr>
          <p:nvPr>
            <p:ph type="title"/>
          </p:nvPr>
        </p:nvSpPr>
        <p:spPr/>
        <p:txBody>
          <a:bodyPr/>
          <a:lstStyle/>
          <a:p>
            <a:r>
              <a:rPr lang="en-US" dirty="0"/>
              <a:t>Actionable Advice</a:t>
            </a:r>
          </a:p>
        </p:txBody>
      </p:sp>
      <p:graphicFrame>
        <p:nvGraphicFramePr>
          <p:cNvPr id="5" name="Content Placeholder 2">
            <a:extLst>
              <a:ext uri="{FF2B5EF4-FFF2-40B4-BE49-F238E27FC236}">
                <a16:creationId xmlns:a16="http://schemas.microsoft.com/office/drawing/2014/main" id="{5FB3956B-C131-4580-0CAA-A28C3DE70FBD}"/>
              </a:ext>
            </a:extLst>
          </p:cNvPr>
          <p:cNvGraphicFramePr>
            <a:graphicFrameLocks noGrp="1"/>
          </p:cNvGraphicFramePr>
          <p:nvPr>
            <p:ph idx="1"/>
          </p:nvPr>
        </p:nvGraphicFramePr>
        <p:xfrm>
          <a:off x="1097280" y="1845734"/>
          <a:ext cx="10058400" cy="402336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346238562"/>
      </p:ext>
    </p:extLst>
  </p:cSld>
  <p:clrMapOvr>
    <a:masterClrMapping/>
  </p:clrMapOvr>
</p:sld>
</file>

<file path=ppt/theme/theme1.xml><?xml version="1.0" encoding="utf-8"?>
<a:theme xmlns:a="http://schemas.openxmlformats.org/drawingml/2006/main" name="Retrospect">
  <a:themeElements>
    <a:clrScheme name="Retrospect">
      <a:dk1>
        <a:sysClr val="windowText" lastClr="000000"/>
      </a:dk1>
      <a:lt1>
        <a:sysClr val="window" lastClr="FFFFFF"/>
      </a:lt1>
      <a:dk2>
        <a:srgbClr val="344068"/>
      </a:dk2>
      <a:lt2>
        <a:srgbClr val="D9E0E6"/>
      </a:lt2>
      <a:accent1>
        <a:srgbClr val="1CADE4"/>
      </a:accent1>
      <a:accent2>
        <a:srgbClr val="2683C6"/>
      </a:accent2>
      <a:accent3>
        <a:srgbClr val="28C4CC"/>
      </a:accent3>
      <a:accent4>
        <a:srgbClr val="42BA97"/>
      </a:accent4>
      <a:accent5>
        <a:srgbClr val="3E8853"/>
      </a:accent5>
      <a:accent6>
        <a:srgbClr val="62A39F"/>
      </a:accent6>
      <a:hlink>
        <a:srgbClr val="6EAC1C"/>
      </a:hlink>
      <a:folHlink>
        <a:srgbClr val="B26B02"/>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9CC26709-368C-4D72-9060-94E5B3FF3CD6}"/>
    </a:ext>
  </a:extLst>
</a:theme>
</file>

<file path=docProps/app.xml><?xml version="1.0" encoding="utf-8"?>
<Properties xmlns="http://schemas.openxmlformats.org/officeDocument/2006/extended-properties" xmlns:vt="http://schemas.openxmlformats.org/officeDocument/2006/docPropsVTypes">
  <Template>TM02900769[[fn=Retrospect]]</Template>
  <TotalTime>50</TotalTime>
  <Words>143</Words>
  <Application>Microsoft Office PowerPoint</Application>
  <PresentationFormat>Widescreen</PresentationFormat>
  <Paragraphs>20</Paragraphs>
  <Slides>5</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Calibri</vt:lpstr>
      <vt:lpstr>Calibri Light</vt:lpstr>
      <vt:lpstr>Retrospect</vt:lpstr>
      <vt:lpstr>Dog Clinic Registration: register and search humans and dogs</vt:lpstr>
      <vt:lpstr>What Went Right</vt:lpstr>
      <vt:lpstr>What Needs Improvement</vt:lpstr>
      <vt:lpstr>Risk and Change Management</vt:lpstr>
      <vt:lpstr>Actionable Advice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Daniel Shiloh</dc:creator>
  <cp:lastModifiedBy>Daniel Shiloh</cp:lastModifiedBy>
  <cp:revision>3</cp:revision>
  <dcterms:created xsi:type="dcterms:W3CDTF">2026-07-03T22:58:53Z</dcterms:created>
  <dcterms:modified xsi:type="dcterms:W3CDTF">2026-07-03T23:49:08Z</dcterms:modified>
</cp:coreProperties>
</file>